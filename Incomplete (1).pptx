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308" r:id="rId3"/>
    <p:sldId id="307" r:id="rId4"/>
    <p:sldId id="299" r:id="rId5"/>
    <p:sldId id="293" r:id="rId6"/>
    <p:sldId id="256" r:id="rId7"/>
    <p:sldId id="290" r:id="rId8"/>
    <p:sldId id="257" r:id="rId9"/>
    <p:sldId id="289" r:id="rId10"/>
    <p:sldId id="297" r:id="rId11"/>
    <p:sldId id="317" r:id="rId12"/>
    <p:sldId id="272" r:id="rId13"/>
    <p:sldId id="271" r:id="rId14"/>
    <p:sldId id="314" r:id="rId15"/>
    <p:sldId id="295" r:id="rId16"/>
    <p:sldId id="316" r:id="rId17"/>
    <p:sldId id="269" r:id="rId18"/>
    <p:sldId id="315" r:id="rId19"/>
    <p:sldId id="288" r:id="rId20"/>
    <p:sldId id="258" r:id="rId21"/>
    <p:sldId id="318" r:id="rId22"/>
    <p:sldId id="287" r:id="rId23"/>
    <p:sldId id="259" r:id="rId24"/>
    <p:sldId id="260" r:id="rId25"/>
    <p:sldId id="321" r:id="rId26"/>
    <p:sldId id="319" r:id="rId27"/>
    <p:sldId id="320" r:id="rId28"/>
    <p:sldId id="286" r:id="rId29"/>
    <p:sldId id="301" r:id="rId30"/>
    <p:sldId id="322" r:id="rId31"/>
    <p:sldId id="302" r:id="rId32"/>
    <p:sldId id="285" r:id="rId33"/>
    <p:sldId id="303" r:id="rId34"/>
    <p:sldId id="262" r:id="rId35"/>
    <p:sldId id="284" r:id="rId36"/>
    <p:sldId id="263" r:id="rId37"/>
    <p:sldId id="283" r:id="rId38"/>
    <p:sldId id="264" r:id="rId39"/>
    <p:sldId id="265" r:id="rId40"/>
    <p:sldId id="304" r:id="rId41"/>
    <p:sldId id="282" r:id="rId42"/>
    <p:sldId id="266" r:id="rId43"/>
    <p:sldId id="323" r:id="rId44"/>
    <p:sldId id="281" r:id="rId45"/>
    <p:sldId id="325" r:id="rId46"/>
    <p:sldId id="326" r:id="rId47"/>
    <p:sldId id="327" r:id="rId48"/>
    <p:sldId id="291" r:id="rId49"/>
    <p:sldId id="267" r:id="rId50"/>
    <p:sldId id="324" r:id="rId51"/>
    <p:sldId id="280" r:id="rId52"/>
    <p:sldId id="275" r:id="rId53"/>
    <p:sldId id="276" r:id="rId54"/>
    <p:sldId id="279" r:id="rId55"/>
    <p:sldId id="277" r:id="rId56"/>
    <p:sldId id="306" r:id="rId57"/>
    <p:sldId id="305" r:id="rId58"/>
    <p:sldId id="278" r:id="rId59"/>
    <p:sldId id="310" r:id="rId60"/>
    <p:sldId id="309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79974-9AF1-4F03-BC13-1C4A4DFC6F39}" v="53" dt="2026-04-25T09:49:20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9" autoAdjust="0"/>
  </p:normalViewPr>
  <p:slideViewPr>
    <p:cSldViewPr snapToGrid="0">
      <p:cViewPr varScale="1">
        <p:scale>
          <a:sx n="64" d="100"/>
          <a:sy n="64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rence Nundkissor" userId="9edc8a01-c790-4fdc-b1c3-63fbc5e42fa9" providerId="ADAL" clId="{D0FE8E4C-4D75-4ED1-B646-D93B882C65D6}"/>
    <pc:docChg chg="undo custSel addSld delSld modSld sldOrd">
      <pc:chgData name="Lawrence Nundkissor" userId="9edc8a01-c790-4fdc-b1c3-63fbc5e42fa9" providerId="ADAL" clId="{D0FE8E4C-4D75-4ED1-B646-D93B882C65D6}" dt="2026-04-25T09:53:57.324" v="8811" actId="20577"/>
      <pc:docMkLst>
        <pc:docMk/>
      </pc:docMkLst>
      <pc:sldChg chg="addSp modSp new mod">
        <pc:chgData name="Lawrence Nundkissor" userId="9edc8a01-c790-4fdc-b1c3-63fbc5e42fa9" providerId="ADAL" clId="{D0FE8E4C-4D75-4ED1-B646-D93B882C65D6}" dt="2026-04-22T09:15:27.188" v="5484" actId="20577"/>
        <pc:sldMkLst>
          <pc:docMk/>
          <pc:sldMk cId="2806133254" sldId="256"/>
        </pc:sldMkLst>
        <pc:spChg chg="add mod">
          <ac:chgData name="Lawrence Nundkissor" userId="9edc8a01-c790-4fdc-b1c3-63fbc5e42fa9" providerId="ADAL" clId="{D0FE8E4C-4D75-4ED1-B646-D93B882C65D6}" dt="2026-04-22T09:15:11.309" v="5479" actId="20577"/>
          <ac:spMkLst>
            <pc:docMk/>
            <pc:sldMk cId="2806133254" sldId="256"/>
            <ac:spMk id="6" creationId="{ADEB4F8B-5761-0384-2849-32BA9699037B}"/>
          </ac:spMkLst>
        </pc:spChg>
        <pc:spChg chg="add mod">
          <ac:chgData name="Lawrence Nundkissor" userId="9edc8a01-c790-4fdc-b1c3-63fbc5e42fa9" providerId="ADAL" clId="{D0FE8E4C-4D75-4ED1-B646-D93B882C65D6}" dt="2026-04-22T09:15:27.188" v="5484" actId="20577"/>
          <ac:spMkLst>
            <pc:docMk/>
            <pc:sldMk cId="2806133254" sldId="256"/>
            <ac:spMk id="9" creationId="{C98CF8C9-5A2E-FDAA-E4A3-3CF4A83F7BE7}"/>
          </ac:spMkLst>
        </pc:spChg>
        <pc:picChg chg="add">
          <ac:chgData name="Lawrence Nundkissor" userId="9edc8a01-c790-4fdc-b1c3-63fbc5e42fa9" providerId="ADAL" clId="{D0FE8E4C-4D75-4ED1-B646-D93B882C65D6}" dt="2026-04-07T08:57:58.112" v="1" actId="22"/>
          <ac:picMkLst>
            <pc:docMk/>
            <pc:sldMk cId="2806133254" sldId="256"/>
            <ac:picMk id="5" creationId="{FBA128D4-A75B-255F-73EB-0E2880A3BDDB}"/>
          </ac:picMkLst>
        </pc:picChg>
        <pc:cxnChg chg="add">
          <ac:chgData name="Lawrence Nundkissor" userId="9edc8a01-c790-4fdc-b1c3-63fbc5e42fa9" providerId="ADAL" clId="{D0FE8E4C-4D75-4ED1-B646-D93B882C65D6}" dt="2026-04-09T06:41:28.144" v="2667" actId="11529"/>
          <ac:cxnSpMkLst>
            <pc:docMk/>
            <pc:sldMk cId="2806133254" sldId="256"/>
            <ac:cxnSpMk id="7" creationId="{0EDFA665-7A9E-858A-BACA-C8D238542A90}"/>
          </ac:cxnSpMkLst>
        </pc:cxnChg>
        <pc:cxnChg chg="add">
          <ac:chgData name="Lawrence Nundkissor" userId="9edc8a01-c790-4fdc-b1c3-63fbc5e42fa9" providerId="ADAL" clId="{D0FE8E4C-4D75-4ED1-B646-D93B882C65D6}" dt="2026-04-07T10:02:47.486" v="45" actId="11529"/>
          <ac:cxnSpMkLst>
            <pc:docMk/>
            <pc:sldMk cId="2806133254" sldId="256"/>
            <ac:cxnSpMk id="8" creationId="{B913F111-1C4C-7997-28B0-F62C9BEB7D57}"/>
          </ac:cxnSpMkLst>
        </pc:cxnChg>
        <pc:cxnChg chg="add">
          <ac:chgData name="Lawrence Nundkissor" userId="9edc8a01-c790-4fdc-b1c3-63fbc5e42fa9" providerId="ADAL" clId="{D0FE8E4C-4D75-4ED1-B646-D93B882C65D6}" dt="2026-04-07T10:03:41.270" v="95" actId="11529"/>
          <ac:cxnSpMkLst>
            <pc:docMk/>
            <pc:sldMk cId="2806133254" sldId="256"/>
            <ac:cxnSpMk id="11" creationId="{846FE85E-0FBD-1B8A-62C2-C50733E507CD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2T12:35:46.099" v="5928" actId="1076"/>
        <pc:sldMkLst>
          <pc:docMk/>
          <pc:sldMk cId="729967265" sldId="257"/>
        </pc:sldMkLst>
        <pc:spChg chg="add mod">
          <ac:chgData name="Lawrence Nundkissor" userId="9edc8a01-c790-4fdc-b1c3-63fbc5e42fa9" providerId="ADAL" clId="{D0FE8E4C-4D75-4ED1-B646-D93B882C65D6}" dt="2026-04-22T09:16:39.703" v="5486" actId="14100"/>
          <ac:spMkLst>
            <pc:docMk/>
            <pc:sldMk cId="729967265" sldId="257"/>
            <ac:spMk id="8" creationId="{346B8E13-80C4-A796-E541-2A1BFCFB93C8}"/>
          </ac:spMkLst>
        </pc:spChg>
        <pc:spChg chg="add mod">
          <ac:chgData name="Lawrence Nundkissor" userId="9edc8a01-c790-4fdc-b1c3-63fbc5e42fa9" providerId="ADAL" clId="{D0FE8E4C-4D75-4ED1-B646-D93B882C65D6}" dt="2026-04-22T12:35:44.035" v="5927" actId="20577"/>
          <ac:spMkLst>
            <pc:docMk/>
            <pc:sldMk cId="729967265" sldId="257"/>
            <ac:spMk id="9" creationId="{5CAC8809-7E79-6DB6-B2F0-4679FAF5437D}"/>
          </ac:spMkLst>
        </pc:spChg>
        <pc:picChg chg="add mod">
          <ac:chgData name="Lawrence Nundkissor" userId="9edc8a01-c790-4fdc-b1c3-63fbc5e42fa9" providerId="ADAL" clId="{D0FE8E4C-4D75-4ED1-B646-D93B882C65D6}" dt="2026-04-22T12:35:46.099" v="5928" actId="1076"/>
          <ac:picMkLst>
            <pc:docMk/>
            <pc:sldMk cId="729967265" sldId="257"/>
            <ac:picMk id="7" creationId="{B4C753AF-8019-8947-A35C-C201B9BC3ACF}"/>
          </ac:picMkLst>
        </pc:picChg>
        <pc:cxnChg chg="add mod">
          <ac:chgData name="Lawrence Nundkissor" userId="9edc8a01-c790-4fdc-b1c3-63fbc5e42fa9" providerId="ADAL" clId="{D0FE8E4C-4D75-4ED1-B646-D93B882C65D6}" dt="2026-04-22T09:16:39.703" v="5486" actId="14100"/>
          <ac:cxnSpMkLst>
            <pc:docMk/>
            <pc:sldMk cId="729967265" sldId="257"/>
            <ac:cxnSpMk id="5" creationId="{D88A942F-6A11-03EE-EDCB-55A4C51195FA}"/>
          </ac:cxnSpMkLst>
        </pc:cxnChg>
        <pc:cxnChg chg="add mod">
          <ac:chgData name="Lawrence Nundkissor" userId="9edc8a01-c790-4fdc-b1c3-63fbc5e42fa9" providerId="ADAL" clId="{D0FE8E4C-4D75-4ED1-B646-D93B882C65D6}" dt="2026-04-22T09:17:58.874" v="5561" actId="14100"/>
          <ac:cxnSpMkLst>
            <pc:docMk/>
            <pc:sldMk cId="729967265" sldId="257"/>
            <ac:cxnSpMk id="10" creationId="{6D32D8A1-A848-1092-8DBA-09B9B651BE26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4T09:25:13.899" v="6909" actId="14100"/>
        <pc:sldMkLst>
          <pc:docMk/>
          <pc:sldMk cId="1447197840" sldId="258"/>
        </pc:sldMkLst>
        <pc:spChg chg="add mod">
          <ac:chgData name="Lawrence Nundkissor" userId="9edc8a01-c790-4fdc-b1c3-63fbc5e42fa9" providerId="ADAL" clId="{D0FE8E4C-4D75-4ED1-B646-D93B882C65D6}" dt="2026-04-24T09:25:10.856" v="6908" actId="14100"/>
          <ac:spMkLst>
            <pc:docMk/>
            <pc:sldMk cId="1447197840" sldId="258"/>
            <ac:spMk id="7" creationId="{1D64A9EE-4334-7FB1-1AA0-BC3EF0264ECD}"/>
          </ac:spMkLst>
        </pc:spChg>
        <pc:spChg chg="add mod">
          <ac:chgData name="Lawrence Nundkissor" userId="9edc8a01-c790-4fdc-b1c3-63fbc5e42fa9" providerId="ADAL" clId="{D0FE8E4C-4D75-4ED1-B646-D93B882C65D6}" dt="2026-04-24T09:25:02.165" v="6905" actId="14100"/>
          <ac:spMkLst>
            <pc:docMk/>
            <pc:sldMk cId="1447197840" sldId="258"/>
            <ac:spMk id="9" creationId="{8AF3A760-707E-ED3A-B547-B82BCDF50E7A}"/>
          </ac:spMkLst>
        </pc:spChg>
        <pc:picChg chg="add">
          <ac:chgData name="Lawrence Nundkissor" userId="9edc8a01-c790-4fdc-b1c3-63fbc5e42fa9" providerId="ADAL" clId="{D0FE8E4C-4D75-4ED1-B646-D93B882C65D6}" dt="2026-04-07T10:15:38.978" v="125" actId="22"/>
          <ac:picMkLst>
            <pc:docMk/>
            <pc:sldMk cId="1447197840" sldId="258"/>
            <ac:picMk id="5" creationId="{7E7CD044-C889-E495-E956-353CD5C92A3A}"/>
          </ac:picMkLst>
        </pc:picChg>
        <pc:cxnChg chg="add">
          <ac:chgData name="Lawrence Nundkissor" userId="9edc8a01-c790-4fdc-b1c3-63fbc5e42fa9" providerId="ADAL" clId="{D0FE8E4C-4D75-4ED1-B646-D93B882C65D6}" dt="2026-04-24T06:57:28.900" v="6747" actId="11529"/>
          <ac:cxnSpMkLst>
            <pc:docMk/>
            <pc:sldMk cId="1447197840" sldId="258"/>
            <ac:cxnSpMk id="6" creationId="{FFAFEC34-63EE-DB62-3142-6704F255CBB8}"/>
          </ac:cxnSpMkLst>
        </pc:cxnChg>
        <pc:cxnChg chg="add mod">
          <ac:chgData name="Lawrence Nundkissor" userId="9edc8a01-c790-4fdc-b1c3-63fbc5e42fa9" providerId="ADAL" clId="{D0FE8E4C-4D75-4ED1-B646-D93B882C65D6}" dt="2026-04-24T09:25:13.899" v="6909" actId="14100"/>
          <ac:cxnSpMkLst>
            <pc:docMk/>
            <pc:sldMk cId="1447197840" sldId="258"/>
            <ac:cxnSpMk id="8" creationId="{EAA6B280-F490-22F7-E434-A6E2765EFF53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4T09:28:21.360" v="6937" actId="207"/>
        <pc:sldMkLst>
          <pc:docMk/>
          <pc:sldMk cId="1702846529" sldId="259"/>
        </pc:sldMkLst>
        <pc:spChg chg="add mod">
          <ac:chgData name="Lawrence Nundkissor" userId="9edc8a01-c790-4fdc-b1c3-63fbc5e42fa9" providerId="ADAL" clId="{D0FE8E4C-4D75-4ED1-B646-D93B882C65D6}" dt="2026-04-24T09:28:21.360" v="6937" actId="207"/>
          <ac:spMkLst>
            <pc:docMk/>
            <pc:sldMk cId="1702846529" sldId="259"/>
            <ac:spMk id="8" creationId="{0DFC72D9-2B16-4C0C-0BC9-211C26CD06D0}"/>
          </ac:spMkLst>
        </pc:spChg>
        <pc:picChg chg="add">
          <ac:chgData name="Lawrence Nundkissor" userId="9edc8a01-c790-4fdc-b1c3-63fbc5e42fa9" providerId="ADAL" clId="{D0FE8E4C-4D75-4ED1-B646-D93B882C65D6}" dt="2026-04-07T10:36:59.271" v="165" actId="22"/>
          <ac:picMkLst>
            <pc:docMk/>
            <pc:sldMk cId="1702846529" sldId="259"/>
            <ac:picMk id="7" creationId="{58990AB3-F04F-2C50-6CE4-47A5B7DC8F29}"/>
          </ac:picMkLst>
        </pc:picChg>
      </pc:sldChg>
      <pc:sldChg chg="addSp delSp modSp new mod">
        <pc:chgData name="Lawrence Nundkissor" userId="9edc8a01-c790-4fdc-b1c3-63fbc5e42fa9" providerId="ADAL" clId="{D0FE8E4C-4D75-4ED1-B646-D93B882C65D6}" dt="2026-04-24T09:30:56.344" v="7017" actId="11529"/>
        <pc:sldMkLst>
          <pc:docMk/>
          <pc:sldMk cId="2937986224" sldId="260"/>
        </pc:sldMkLst>
        <pc:spChg chg="add mod">
          <ac:chgData name="Lawrence Nundkissor" userId="9edc8a01-c790-4fdc-b1c3-63fbc5e42fa9" providerId="ADAL" clId="{D0FE8E4C-4D75-4ED1-B646-D93B882C65D6}" dt="2026-04-24T09:28:40.095" v="6941" actId="255"/>
          <ac:spMkLst>
            <pc:docMk/>
            <pc:sldMk cId="2937986224" sldId="260"/>
            <ac:spMk id="4" creationId="{0893323B-0E9D-B085-019F-6722264FF181}"/>
          </ac:spMkLst>
        </pc:spChg>
        <pc:spChg chg="add mod">
          <ac:chgData name="Lawrence Nundkissor" userId="9edc8a01-c790-4fdc-b1c3-63fbc5e42fa9" providerId="ADAL" clId="{D0FE8E4C-4D75-4ED1-B646-D93B882C65D6}" dt="2026-04-24T09:30:42.623" v="7016" actId="20577"/>
          <ac:spMkLst>
            <pc:docMk/>
            <pc:sldMk cId="2937986224" sldId="260"/>
            <ac:spMk id="8" creationId="{732C15C9-88D3-D423-01CA-62D4135F5A69}"/>
          </ac:spMkLst>
        </pc:spChg>
        <pc:spChg chg="add mod">
          <ac:chgData name="Lawrence Nundkissor" userId="9edc8a01-c790-4fdc-b1c3-63fbc5e42fa9" providerId="ADAL" clId="{D0FE8E4C-4D75-4ED1-B646-D93B882C65D6}" dt="2026-04-24T09:28:46.446" v="6943" actId="207"/>
          <ac:spMkLst>
            <pc:docMk/>
            <pc:sldMk cId="2937986224" sldId="260"/>
            <ac:spMk id="9" creationId="{14789B95-7195-0657-7E38-0AF57DF0C0EB}"/>
          </ac:spMkLst>
        </pc:spChg>
        <pc:picChg chg="add">
          <ac:chgData name="Lawrence Nundkissor" userId="9edc8a01-c790-4fdc-b1c3-63fbc5e42fa9" providerId="ADAL" clId="{D0FE8E4C-4D75-4ED1-B646-D93B882C65D6}" dt="2026-04-07T10:39:46.445" v="184" actId="22"/>
          <ac:picMkLst>
            <pc:docMk/>
            <pc:sldMk cId="2937986224" sldId="260"/>
            <ac:picMk id="5" creationId="{D4BF5753-70AE-6442-48B0-EBCF9E9ABB9F}"/>
          </ac:picMkLst>
        </pc:picChg>
        <pc:cxnChg chg="add">
          <ac:chgData name="Lawrence Nundkissor" userId="9edc8a01-c790-4fdc-b1c3-63fbc5e42fa9" providerId="ADAL" clId="{D0FE8E4C-4D75-4ED1-B646-D93B882C65D6}" dt="2026-04-24T07:03:31.458" v="6827" actId="11529"/>
          <ac:cxnSpMkLst>
            <pc:docMk/>
            <pc:sldMk cId="2937986224" sldId="260"/>
            <ac:cxnSpMk id="7" creationId="{F752C320-5A88-9B87-6D9D-4A6BE11B5537}"/>
          </ac:cxnSpMkLst>
        </pc:cxnChg>
        <pc:cxnChg chg="add mod">
          <ac:chgData name="Lawrence Nundkissor" userId="9edc8a01-c790-4fdc-b1c3-63fbc5e42fa9" providerId="ADAL" clId="{D0FE8E4C-4D75-4ED1-B646-D93B882C65D6}" dt="2026-04-24T07:04:42.996" v="6839" actId="1076"/>
          <ac:cxnSpMkLst>
            <pc:docMk/>
            <pc:sldMk cId="2937986224" sldId="260"/>
            <ac:cxnSpMk id="10" creationId="{19747296-A582-D99E-9895-16C53A061B73}"/>
          </ac:cxnSpMkLst>
        </pc:cxnChg>
        <pc:cxnChg chg="add">
          <ac:chgData name="Lawrence Nundkissor" userId="9edc8a01-c790-4fdc-b1c3-63fbc5e42fa9" providerId="ADAL" clId="{D0FE8E4C-4D75-4ED1-B646-D93B882C65D6}" dt="2026-04-24T09:30:56.344" v="7017" actId="11529"/>
          <ac:cxnSpMkLst>
            <pc:docMk/>
            <pc:sldMk cId="2937986224" sldId="260"/>
            <ac:cxnSpMk id="12" creationId="{FD4DDB27-C76C-35C9-E2C2-E41763B2AF56}"/>
          </ac:cxnSpMkLst>
        </pc:cxnChg>
      </pc:sldChg>
      <pc:sldChg chg="addSp delSp modSp new add del mod ord">
        <pc:chgData name="Lawrence Nundkissor" userId="9edc8a01-c790-4fdc-b1c3-63fbc5e42fa9" providerId="ADAL" clId="{D0FE8E4C-4D75-4ED1-B646-D93B882C65D6}" dt="2026-04-24T09:58:31.398" v="7381" actId="47"/>
        <pc:sldMkLst>
          <pc:docMk/>
          <pc:sldMk cId="3069903173" sldId="261"/>
        </pc:sldMkLst>
        <pc:spChg chg="add del mod">
          <ac:chgData name="Lawrence Nundkissor" userId="9edc8a01-c790-4fdc-b1c3-63fbc5e42fa9" providerId="ADAL" clId="{D0FE8E4C-4D75-4ED1-B646-D93B882C65D6}" dt="2026-04-24T09:55:53.525" v="7352" actId="21"/>
          <ac:spMkLst>
            <pc:docMk/>
            <pc:sldMk cId="3069903173" sldId="261"/>
            <ac:spMk id="4" creationId="{03BA564F-DA07-7C7F-3B5B-C13EF4FEEAD6}"/>
          </ac:spMkLst>
        </pc:spChg>
        <pc:spChg chg="add del mod">
          <ac:chgData name="Lawrence Nundkissor" userId="9edc8a01-c790-4fdc-b1c3-63fbc5e42fa9" providerId="ADAL" clId="{D0FE8E4C-4D75-4ED1-B646-D93B882C65D6}" dt="2026-04-24T09:55:53.525" v="7352" actId="21"/>
          <ac:spMkLst>
            <pc:docMk/>
            <pc:sldMk cId="3069903173" sldId="261"/>
            <ac:spMk id="6" creationId="{9CE8FC55-1846-3410-0AA5-FC1E1BD84D98}"/>
          </ac:spMkLst>
        </pc:spChg>
        <pc:spChg chg="add del mod">
          <ac:chgData name="Lawrence Nundkissor" userId="9edc8a01-c790-4fdc-b1c3-63fbc5e42fa9" providerId="ADAL" clId="{D0FE8E4C-4D75-4ED1-B646-D93B882C65D6}" dt="2026-04-24T09:56:10.113" v="7355" actId="21"/>
          <ac:spMkLst>
            <pc:docMk/>
            <pc:sldMk cId="3069903173" sldId="261"/>
            <ac:spMk id="15" creationId="{3985E645-EEDF-8A54-9AA1-97C182C22D8B}"/>
          </ac:spMkLst>
        </pc:spChg>
        <pc:spChg chg="add del mod">
          <ac:chgData name="Lawrence Nundkissor" userId="9edc8a01-c790-4fdc-b1c3-63fbc5e42fa9" providerId="ADAL" clId="{D0FE8E4C-4D75-4ED1-B646-D93B882C65D6}" dt="2026-04-24T09:55:53.525" v="7352" actId="21"/>
          <ac:spMkLst>
            <pc:docMk/>
            <pc:sldMk cId="3069903173" sldId="261"/>
            <ac:spMk id="24" creationId="{694B6F40-2A46-0D63-4A71-30A962921A27}"/>
          </ac:spMkLst>
        </pc:spChg>
        <pc:spChg chg="add del mod">
          <ac:chgData name="Lawrence Nundkissor" userId="9edc8a01-c790-4fdc-b1c3-63fbc5e42fa9" providerId="ADAL" clId="{D0FE8E4C-4D75-4ED1-B646-D93B882C65D6}" dt="2026-04-24T09:55:53.525" v="7352" actId="21"/>
          <ac:spMkLst>
            <pc:docMk/>
            <pc:sldMk cId="3069903173" sldId="261"/>
            <ac:spMk id="25" creationId="{D7FBA99A-FAD8-D53D-E3E7-B9A418E979F6}"/>
          </ac:spMkLst>
        </pc:spChg>
        <pc:spChg chg="add del mod">
          <ac:chgData name="Lawrence Nundkissor" userId="9edc8a01-c790-4fdc-b1c3-63fbc5e42fa9" providerId="ADAL" clId="{D0FE8E4C-4D75-4ED1-B646-D93B882C65D6}" dt="2026-04-24T09:55:53.525" v="7352" actId="21"/>
          <ac:spMkLst>
            <pc:docMk/>
            <pc:sldMk cId="3069903173" sldId="261"/>
            <ac:spMk id="26" creationId="{911703E5-4771-1BFA-6F13-F4865C4CD3AC}"/>
          </ac:spMkLst>
        </pc:spChg>
        <pc:spChg chg="add del mod">
          <ac:chgData name="Lawrence Nundkissor" userId="9edc8a01-c790-4fdc-b1c3-63fbc5e42fa9" providerId="ADAL" clId="{D0FE8E4C-4D75-4ED1-B646-D93B882C65D6}" dt="2026-04-24T09:55:53.525" v="7352" actId="21"/>
          <ac:spMkLst>
            <pc:docMk/>
            <pc:sldMk cId="3069903173" sldId="261"/>
            <ac:spMk id="27" creationId="{3E06243C-B743-3C2A-A848-0FB3123D97CC}"/>
          </ac:spMkLst>
        </pc:spChg>
        <pc:picChg chg="add del mod">
          <ac:chgData name="Lawrence Nundkissor" userId="9edc8a01-c790-4fdc-b1c3-63fbc5e42fa9" providerId="ADAL" clId="{D0FE8E4C-4D75-4ED1-B646-D93B882C65D6}" dt="2026-04-24T09:54:28.136" v="7343" actId="478"/>
          <ac:picMkLst>
            <pc:docMk/>
            <pc:sldMk cId="3069903173" sldId="261"/>
            <ac:picMk id="5" creationId="{D126F567-A902-EA07-DB3F-6B1071CAAF1A}"/>
          </ac:picMkLst>
        </pc:picChg>
        <pc:cxnChg chg="add del mod">
          <ac:chgData name="Lawrence Nundkissor" userId="9edc8a01-c790-4fdc-b1c3-63fbc5e42fa9" providerId="ADAL" clId="{D0FE8E4C-4D75-4ED1-B646-D93B882C65D6}" dt="2026-04-24T09:55:53.525" v="7352" actId="21"/>
          <ac:cxnSpMkLst>
            <pc:docMk/>
            <pc:sldMk cId="3069903173" sldId="261"/>
            <ac:cxnSpMk id="8" creationId="{0E6B63D1-7731-C802-89E3-B4FDC537DB01}"/>
          </ac:cxnSpMkLst>
        </pc:cxnChg>
        <pc:cxnChg chg="add del mod">
          <ac:chgData name="Lawrence Nundkissor" userId="9edc8a01-c790-4fdc-b1c3-63fbc5e42fa9" providerId="ADAL" clId="{D0FE8E4C-4D75-4ED1-B646-D93B882C65D6}" dt="2026-04-24T09:55:53.525" v="7352" actId="21"/>
          <ac:cxnSpMkLst>
            <pc:docMk/>
            <pc:sldMk cId="3069903173" sldId="261"/>
            <ac:cxnSpMk id="9" creationId="{06017502-8999-A39A-EC64-25F268EDFF43}"/>
          </ac:cxnSpMkLst>
        </pc:cxnChg>
        <pc:cxnChg chg="add del mod">
          <ac:chgData name="Lawrence Nundkissor" userId="9edc8a01-c790-4fdc-b1c3-63fbc5e42fa9" providerId="ADAL" clId="{D0FE8E4C-4D75-4ED1-B646-D93B882C65D6}" dt="2026-04-24T09:55:53.525" v="7352" actId="21"/>
          <ac:cxnSpMkLst>
            <pc:docMk/>
            <pc:sldMk cId="3069903173" sldId="261"/>
            <ac:cxnSpMk id="10" creationId="{8743A43C-6D79-430E-9DB5-9F4694895103}"/>
          </ac:cxnSpMkLst>
        </pc:cxnChg>
        <pc:cxnChg chg="add del mod">
          <ac:chgData name="Lawrence Nundkissor" userId="9edc8a01-c790-4fdc-b1c3-63fbc5e42fa9" providerId="ADAL" clId="{D0FE8E4C-4D75-4ED1-B646-D93B882C65D6}" dt="2026-04-24T09:55:53.525" v="7352" actId="21"/>
          <ac:cxnSpMkLst>
            <pc:docMk/>
            <pc:sldMk cId="3069903173" sldId="261"/>
            <ac:cxnSpMk id="23" creationId="{6EA9D106-B506-A8CB-5523-27F32B964D12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16T06:43:06.261" v="4235" actId="14100"/>
        <pc:sldMkLst>
          <pc:docMk/>
          <pc:sldMk cId="2931998531" sldId="262"/>
        </pc:sldMkLst>
        <pc:spChg chg="add mod">
          <ac:chgData name="Lawrence Nundkissor" userId="9edc8a01-c790-4fdc-b1c3-63fbc5e42fa9" providerId="ADAL" clId="{D0FE8E4C-4D75-4ED1-B646-D93B882C65D6}" dt="2026-04-16T06:43:06.261" v="4235" actId="14100"/>
          <ac:spMkLst>
            <pc:docMk/>
            <pc:sldMk cId="2931998531" sldId="262"/>
            <ac:spMk id="6" creationId="{F881F035-977C-DBD5-4555-7EDEA3C9D7D1}"/>
          </ac:spMkLst>
        </pc:spChg>
        <pc:picChg chg="add">
          <ac:chgData name="Lawrence Nundkissor" userId="9edc8a01-c790-4fdc-b1c3-63fbc5e42fa9" providerId="ADAL" clId="{D0FE8E4C-4D75-4ED1-B646-D93B882C65D6}" dt="2026-04-08T11:11:56.045" v="415" actId="22"/>
          <ac:picMkLst>
            <pc:docMk/>
            <pc:sldMk cId="2931998531" sldId="262"/>
            <ac:picMk id="5" creationId="{4AE3C1F0-48E6-CF89-11AF-678998BE6C70}"/>
          </ac:picMkLst>
        </pc:picChg>
        <pc:cxnChg chg="add">
          <ac:chgData name="Lawrence Nundkissor" userId="9edc8a01-c790-4fdc-b1c3-63fbc5e42fa9" providerId="ADAL" clId="{D0FE8E4C-4D75-4ED1-B646-D93B882C65D6}" dt="2026-04-08T11:16:20.403" v="504" actId="11529"/>
          <ac:cxnSpMkLst>
            <pc:docMk/>
            <pc:sldMk cId="2931998531" sldId="262"/>
            <ac:cxnSpMk id="8" creationId="{78923D80-3319-62DD-B4EE-1F0F3D0E6189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24T11:02:54.499" v="7624" actId="20577"/>
        <pc:sldMkLst>
          <pc:docMk/>
          <pc:sldMk cId="3810808437" sldId="263"/>
        </pc:sldMkLst>
        <pc:spChg chg="add mod">
          <ac:chgData name="Lawrence Nundkissor" userId="9edc8a01-c790-4fdc-b1c3-63fbc5e42fa9" providerId="ADAL" clId="{D0FE8E4C-4D75-4ED1-B646-D93B882C65D6}" dt="2026-04-08T14:09:09.097" v="554" actId="20577"/>
          <ac:spMkLst>
            <pc:docMk/>
            <pc:sldMk cId="3810808437" sldId="263"/>
            <ac:spMk id="6" creationId="{5FADAFFD-ED1B-6CF8-50A7-B289F2C95C94}"/>
          </ac:spMkLst>
        </pc:spChg>
        <pc:spChg chg="add mod">
          <ac:chgData name="Lawrence Nundkissor" userId="9edc8a01-c790-4fdc-b1c3-63fbc5e42fa9" providerId="ADAL" clId="{D0FE8E4C-4D75-4ED1-B646-D93B882C65D6}" dt="2026-04-24T11:02:54.499" v="7624" actId="20577"/>
          <ac:spMkLst>
            <pc:docMk/>
            <pc:sldMk cId="3810808437" sldId="263"/>
            <ac:spMk id="11" creationId="{AFB95EFC-593A-A71F-94F0-F7159B9EB706}"/>
          </ac:spMkLst>
        </pc:spChg>
        <pc:picChg chg="add">
          <ac:chgData name="Lawrence Nundkissor" userId="9edc8a01-c790-4fdc-b1c3-63fbc5e42fa9" providerId="ADAL" clId="{D0FE8E4C-4D75-4ED1-B646-D93B882C65D6}" dt="2026-04-08T14:08:11.828" v="506" actId="22"/>
          <ac:picMkLst>
            <pc:docMk/>
            <pc:sldMk cId="3810808437" sldId="263"/>
            <ac:picMk id="5" creationId="{20849791-6EE8-5497-80D8-DE33D5A8A666}"/>
          </ac:picMkLst>
        </pc:picChg>
        <pc:picChg chg="add mod">
          <ac:chgData name="Lawrence Nundkissor" userId="9edc8a01-c790-4fdc-b1c3-63fbc5e42fa9" providerId="ADAL" clId="{D0FE8E4C-4D75-4ED1-B646-D93B882C65D6}" dt="2026-04-08T14:32:58.532" v="557" actId="1076"/>
          <ac:picMkLst>
            <pc:docMk/>
            <pc:sldMk cId="3810808437" sldId="263"/>
            <ac:picMk id="10" creationId="{4FE907D4-2016-8C9D-CC11-6FE2BA1626B1}"/>
          </ac:picMkLst>
        </pc:picChg>
        <pc:cxnChg chg="add">
          <ac:chgData name="Lawrence Nundkissor" userId="9edc8a01-c790-4fdc-b1c3-63fbc5e42fa9" providerId="ADAL" clId="{D0FE8E4C-4D75-4ED1-B646-D93B882C65D6}" dt="2026-04-08T14:32:27.566" v="555" actId="11529"/>
          <ac:cxnSpMkLst>
            <pc:docMk/>
            <pc:sldMk cId="3810808437" sldId="263"/>
            <ac:cxnSpMk id="8" creationId="{75F31B17-A60D-F3E9-2CA3-55EF7E4F6C85}"/>
          </ac:cxnSpMkLst>
        </pc:cxnChg>
        <pc:cxnChg chg="add">
          <ac:chgData name="Lawrence Nundkissor" userId="9edc8a01-c790-4fdc-b1c3-63fbc5e42fa9" providerId="ADAL" clId="{D0FE8E4C-4D75-4ED1-B646-D93B882C65D6}" dt="2026-04-08T14:34:11.006" v="665" actId="11529"/>
          <ac:cxnSpMkLst>
            <pc:docMk/>
            <pc:sldMk cId="3810808437" sldId="263"/>
            <ac:cxnSpMk id="13" creationId="{DE7C46EC-419E-3C3E-6A55-742C5A572EF2}"/>
          </ac:cxnSpMkLst>
        </pc:cxnChg>
        <pc:cxnChg chg="add">
          <ac:chgData name="Lawrence Nundkissor" userId="9edc8a01-c790-4fdc-b1c3-63fbc5e42fa9" providerId="ADAL" clId="{D0FE8E4C-4D75-4ED1-B646-D93B882C65D6}" dt="2026-04-08T14:34:17.003" v="666" actId="11529"/>
          <ac:cxnSpMkLst>
            <pc:docMk/>
            <pc:sldMk cId="3810808437" sldId="263"/>
            <ac:cxnSpMk id="15" creationId="{FFCDF8CF-A2DA-1242-2A44-2F7AF0A0A40A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4T11:13:46.629" v="7894" actId="20577"/>
        <pc:sldMkLst>
          <pc:docMk/>
          <pc:sldMk cId="1195632191" sldId="264"/>
        </pc:sldMkLst>
        <pc:spChg chg="add mod">
          <ac:chgData name="Lawrence Nundkissor" userId="9edc8a01-c790-4fdc-b1c3-63fbc5e42fa9" providerId="ADAL" clId="{D0FE8E4C-4D75-4ED1-B646-D93B882C65D6}" dt="2026-04-24T11:08:25.041" v="7691" actId="207"/>
          <ac:spMkLst>
            <pc:docMk/>
            <pc:sldMk cId="1195632191" sldId="264"/>
            <ac:spMk id="6" creationId="{181293E6-0ECC-FD55-D52C-6E7BFD679058}"/>
          </ac:spMkLst>
        </pc:spChg>
        <pc:spChg chg="add del mod">
          <ac:chgData name="Lawrence Nundkissor" userId="9edc8a01-c790-4fdc-b1c3-63fbc5e42fa9" providerId="ADAL" clId="{D0FE8E4C-4D75-4ED1-B646-D93B882C65D6}" dt="2026-04-24T11:07:24.190" v="7634" actId="21"/>
          <ac:spMkLst>
            <pc:docMk/>
            <pc:sldMk cId="1195632191" sldId="264"/>
            <ac:spMk id="8" creationId="{181293E6-0ECC-FD55-D52C-6E7BFD679058}"/>
          </ac:spMkLst>
        </pc:spChg>
        <pc:spChg chg="add mod">
          <ac:chgData name="Lawrence Nundkissor" userId="9edc8a01-c790-4fdc-b1c3-63fbc5e42fa9" providerId="ADAL" clId="{D0FE8E4C-4D75-4ED1-B646-D93B882C65D6}" dt="2026-04-24T11:13:46.629" v="7894" actId="20577"/>
          <ac:spMkLst>
            <pc:docMk/>
            <pc:sldMk cId="1195632191" sldId="264"/>
            <ac:spMk id="9" creationId="{240BA275-ECFE-CF91-2998-3C82C3974F50}"/>
          </ac:spMkLst>
        </pc:spChg>
        <pc:spChg chg="add del mod">
          <ac:chgData name="Lawrence Nundkissor" userId="9edc8a01-c790-4fdc-b1c3-63fbc5e42fa9" providerId="ADAL" clId="{D0FE8E4C-4D75-4ED1-B646-D93B882C65D6}" dt="2026-04-24T11:09:33.741" v="7751" actId="478"/>
          <ac:spMkLst>
            <pc:docMk/>
            <pc:sldMk cId="1195632191" sldId="264"/>
            <ac:spMk id="13" creationId="{B12AF50D-9CAC-779C-AC22-C809E532B991}"/>
          </ac:spMkLst>
        </pc:spChg>
        <pc:spChg chg="add mod">
          <ac:chgData name="Lawrence Nundkissor" userId="9edc8a01-c790-4fdc-b1c3-63fbc5e42fa9" providerId="ADAL" clId="{D0FE8E4C-4D75-4ED1-B646-D93B882C65D6}" dt="2026-04-24T11:10:49.205" v="7819" actId="14100"/>
          <ac:spMkLst>
            <pc:docMk/>
            <pc:sldMk cId="1195632191" sldId="264"/>
            <ac:spMk id="17" creationId="{7E9DA4A7-AD31-6EEC-5AC2-E10D454D2FCB}"/>
          </ac:spMkLst>
        </pc:spChg>
        <pc:spChg chg="add mod">
          <ac:chgData name="Lawrence Nundkissor" userId="9edc8a01-c790-4fdc-b1c3-63fbc5e42fa9" providerId="ADAL" clId="{D0FE8E4C-4D75-4ED1-B646-D93B882C65D6}" dt="2026-04-24T11:11:48.135" v="7823" actId="14100"/>
          <ac:spMkLst>
            <pc:docMk/>
            <pc:sldMk cId="1195632191" sldId="264"/>
            <ac:spMk id="20" creationId="{DF028F76-077F-CAA8-1574-440C6E655330}"/>
          </ac:spMkLst>
        </pc:spChg>
        <pc:spChg chg="add mod">
          <ac:chgData name="Lawrence Nundkissor" userId="9edc8a01-c790-4fdc-b1c3-63fbc5e42fa9" providerId="ADAL" clId="{D0FE8E4C-4D75-4ED1-B646-D93B882C65D6}" dt="2026-04-24T11:12:31.587" v="7880" actId="20577"/>
          <ac:spMkLst>
            <pc:docMk/>
            <pc:sldMk cId="1195632191" sldId="264"/>
            <ac:spMk id="21" creationId="{162789E4-4ED0-61B1-6C12-BB2A80A7BC40}"/>
          </ac:spMkLst>
        </pc:spChg>
        <pc:picChg chg="add mod">
          <ac:chgData name="Lawrence Nundkissor" userId="9edc8a01-c790-4fdc-b1c3-63fbc5e42fa9" providerId="ADAL" clId="{D0FE8E4C-4D75-4ED1-B646-D93B882C65D6}" dt="2026-04-24T11:09:45.231" v="7756" actId="1076"/>
          <ac:picMkLst>
            <pc:docMk/>
            <pc:sldMk cId="1195632191" sldId="264"/>
            <ac:picMk id="5" creationId="{AF71DC37-7C7D-D669-E895-237E44BF3FC4}"/>
          </ac:picMkLst>
        </pc:picChg>
        <pc:picChg chg="add del">
          <ac:chgData name="Lawrence Nundkissor" userId="9edc8a01-c790-4fdc-b1c3-63fbc5e42fa9" providerId="ADAL" clId="{D0FE8E4C-4D75-4ED1-B646-D93B882C65D6}" dt="2026-04-24T11:06:38.156" v="7625" actId="478"/>
          <ac:picMkLst>
            <pc:docMk/>
            <pc:sldMk cId="1195632191" sldId="264"/>
            <ac:picMk id="7" creationId="{696E34A9-59A3-922E-6026-E7FD5141D862}"/>
          </ac:picMkLst>
        </pc:picChg>
        <pc:picChg chg="add mod">
          <ac:chgData name="Lawrence Nundkissor" userId="9edc8a01-c790-4fdc-b1c3-63fbc5e42fa9" providerId="ADAL" clId="{D0FE8E4C-4D75-4ED1-B646-D93B882C65D6}" dt="2026-04-24T11:10:09.020" v="7762"/>
          <ac:picMkLst>
            <pc:docMk/>
            <pc:sldMk cId="1195632191" sldId="264"/>
            <ac:picMk id="16" creationId="{A023954D-53C6-CD61-FAAC-E1C64AA3EC3C}"/>
          </ac:picMkLst>
        </pc:picChg>
        <pc:cxnChg chg="add mod">
          <ac:chgData name="Lawrence Nundkissor" userId="9edc8a01-c790-4fdc-b1c3-63fbc5e42fa9" providerId="ADAL" clId="{D0FE8E4C-4D75-4ED1-B646-D93B882C65D6}" dt="2026-04-24T11:10:02.461" v="7761" actId="14100"/>
          <ac:cxnSpMkLst>
            <pc:docMk/>
            <pc:sldMk cId="1195632191" sldId="264"/>
            <ac:cxnSpMk id="11" creationId="{8CF68BD6-168D-79F4-4E4C-A703959ABE53}"/>
          </ac:cxnSpMkLst>
        </pc:cxnChg>
        <pc:cxnChg chg="add">
          <ac:chgData name="Lawrence Nundkissor" userId="9edc8a01-c790-4fdc-b1c3-63fbc5e42fa9" providerId="ADAL" clId="{D0FE8E4C-4D75-4ED1-B646-D93B882C65D6}" dt="2026-04-24T11:11:01.185" v="7820" actId="11529"/>
          <ac:cxnSpMkLst>
            <pc:docMk/>
            <pc:sldMk cId="1195632191" sldId="264"/>
            <ac:cxnSpMk id="19" creationId="{680BE193-14E9-FCB2-025E-60072B542E7E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08T15:02:30.593" v="994" actId="20577"/>
        <pc:sldMkLst>
          <pc:docMk/>
          <pc:sldMk cId="2508157208" sldId="265"/>
        </pc:sldMkLst>
        <pc:spChg chg="add mod">
          <ac:chgData name="Lawrence Nundkissor" userId="9edc8a01-c790-4fdc-b1c3-63fbc5e42fa9" providerId="ADAL" clId="{D0FE8E4C-4D75-4ED1-B646-D93B882C65D6}" dt="2026-04-08T14:55:01.355" v="787" actId="14100"/>
          <ac:spMkLst>
            <pc:docMk/>
            <pc:sldMk cId="2508157208" sldId="265"/>
            <ac:spMk id="10" creationId="{435907FF-AAEC-70FE-A7F1-B0055D751BDE}"/>
          </ac:spMkLst>
        </pc:spChg>
        <pc:spChg chg="add mod">
          <ac:chgData name="Lawrence Nundkissor" userId="9edc8a01-c790-4fdc-b1c3-63fbc5e42fa9" providerId="ADAL" clId="{D0FE8E4C-4D75-4ED1-B646-D93B882C65D6}" dt="2026-04-08T14:59:34.556" v="903" actId="14100"/>
          <ac:spMkLst>
            <pc:docMk/>
            <pc:sldMk cId="2508157208" sldId="265"/>
            <ac:spMk id="12" creationId="{18887467-EE70-CC4A-1CCF-7E05E54A1CD4}"/>
          </ac:spMkLst>
        </pc:spChg>
        <pc:spChg chg="add mod">
          <ac:chgData name="Lawrence Nundkissor" userId="9edc8a01-c790-4fdc-b1c3-63fbc5e42fa9" providerId="ADAL" clId="{D0FE8E4C-4D75-4ED1-B646-D93B882C65D6}" dt="2026-04-08T15:00:10.967" v="909" actId="1076"/>
          <ac:spMkLst>
            <pc:docMk/>
            <pc:sldMk cId="2508157208" sldId="265"/>
            <ac:spMk id="23" creationId="{B1B6A042-77A6-3494-B9FD-F4D2621B9D7E}"/>
          </ac:spMkLst>
        </pc:spChg>
        <pc:spChg chg="add mod">
          <ac:chgData name="Lawrence Nundkissor" userId="9edc8a01-c790-4fdc-b1c3-63fbc5e42fa9" providerId="ADAL" clId="{D0FE8E4C-4D75-4ED1-B646-D93B882C65D6}" dt="2026-04-08T15:02:30.593" v="994" actId="20577"/>
          <ac:spMkLst>
            <pc:docMk/>
            <pc:sldMk cId="2508157208" sldId="265"/>
            <ac:spMk id="24" creationId="{0BB9A17C-CBE8-F05C-E96A-F4F03275F82F}"/>
          </ac:spMkLst>
        </pc:spChg>
        <pc:picChg chg="add mod">
          <ac:chgData name="Lawrence Nundkissor" userId="9edc8a01-c790-4fdc-b1c3-63fbc5e42fa9" providerId="ADAL" clId="{D0FE8E4C-4D75-4ED1-B646-D93B882C65D6}" dt="2026-04-08T14:53:25.877" v="717" actId="14100"/>
          <ac:picMkLst>
            <pc:docMk/>
            <pc:sldMk cId="2508157208" sldId="265"/>
            <ac:picMk id="7" creationId="{B777E11F-3F5E-6450-5226-62F8543EAF91}"/>
          </ac:picMkLst>
        </pc:picChg>
        <pc:cxnChg chg="add mod">
          <ac:chgData name="Lawrence Nundkissor" userId="9edc8a01-c790-4fdc-b1c3-63fbc5e42fa9" providerId="ADAL" clId="{D0FE8E4C-4D75-4ED1-B646-D93B882C65D6}" dt="2026-04-08T14:55:03.963" v="788" actId="14100"/>
          <ac:cxnSpMkLst>
            <pc:docMk/>
            <pc:sldMk cId="2508157208" sldId="265"/>
            <ac:cxnSpMk id="9" creationId="{A9B279F3-B529-304D-D8B5-4DF080375267}"/>
          </ac:cxnSpMkLst>
        </pc:cxnChg>
        <pc:cxnChg chg="add mod">
          <ac:chgData name="Lawrence Nundkissor" userId="9edc8a01-c790-4fdc-b1c3-63fbc5e42fa9" providerId="ADAL" clId="{D0FE8E4C-4D75-4ED1-B646-D93B882C65D6}" dt="2026-04-08T14:59:30.780" v="901" actId="14100"/>
          <ac:cxnSpMkLst>
            <pc:docMk/>
            <pc:sldMk cId="2508157208" sldId="265"/>
            <ac:cxnSpMk id="15" creationId="{349425E7-0291-DB9A-2C59-599A694F40C5}"/>
          </ac:cxnSpMkLst>
        </pc:cxnChg>
        <pc:cxnChg chg="add mod">
          <ac:chgData name="Lawrence Nundkissor" userId="9edc8a01-c790-4fdc-b1c3-63fbc5e42fa9" providerId="ADAL" clId="{D0FE8E4C-4D75-4ED1-B646-D93B882C65D6}" dt="2026-04-08T14:55:54.899" v="798" actId="14100"/>
          <ac:cxnSpMkLst>
            <pc:docMk/>
            <pc:sldMk cId="2508157208" sldId="265"/>
            <ac:cxnSpMk id="18" creationId="{91BB98F6-9124-B87A-2E22-F688A25784C4}"/>
          </ac:cxnSpMkLst>
        </pc:cxnChg>
        <pc:cxnChg chg="add mod">
          <ac:chgData name="Lawrence Nundkissor" userId="9edc8a01-c790-4fdc-b1c3-63fbc5e42fa9" providerId="ADAL" clId="{D0FE8E4C-4D75-4ED1-B646-D93B882C65D6}" dt="2026-04-08T15:01:02.595" v="963" actId="14100"/>
          <ac:cxnSpMkLst>
            <pc:docMk/>
            <pc:sldMk cId="2508157208" sldId="265"/>
            <ac:cxnSpMk id="26" creationId="{C033BF20-C4DD-480A-37A3-F17E61F3BD12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4T11:40:24.285" v="8098" actId="11529"/>
        <pc:sldMkLst>
          <pc:docMk/>
          <pc:sldMk cId="291021574" sldId="266"/>
        </pc:sldMkLst>
        <pc:spChg chg="del">
          <ac:chgData name="Lawrence Nundkissor" userId="9edc8a01-c790-4fdc-b1c3-63fbc5e42fa9" providerId="ADAL" clId="{D0FE8E4C-4D75-4ED1-B646-D93B882C65D6}" dt="2026-04-24T11:34:57.542" v="7933"/>
          <ac:spMkLst>
            <pc:docMk/>
            <pc:sldMk cId="291021574" sldId="266"/>
            <ac:spMk id="2" creationId="{3D4F0150-11DD-7B4B-99FA-8E97E480D483}"/>
          </ac:spMkLst>
        </pc:spChg>
        <pc:spChg chg="add mod">
          <ac:chgData name="Lawrence Nundkissor" userId="9edc8a01-c790-4fdc-b1c3-63fbc5e42fa9" providerId="ADAL" clId="{D0FE8E4C-4D75-4ED1-B646-D93B882C65D6}" dt="2026-04-24T11:36:40.410" v="8034" actId="1076"/>
          <ac:spMkLst>
            <pc:docMk/>
            <pc:sldMk cId="291021574" sldId="266"/>
            <ac:spMk id="4" creationId="{1C03D24F-4E97-5DED-9551-A8B564670856}"/>
          </ac:spMkLst>
        </pc:spChg>
        <pc:spChg chg="add mod">
          <ac:chgData name="Lawrence Nundkissor" userId="9edc8a01-c790-4fdc-b1c3-63fbc5e42fa9" providerId="ADAL" clId="{D0FE8E4C-4D75-4ED1-B646-D93B882C65D6}" dt="2026-04-08T15:18:44.840" v="1078" actId="207"/>
          <ac:spMkLst>
            <pc:docMk/>
            <pc:sldMk cId="291021574" sldId="266"/>
            <ac:spMk id="6" creationId="{15E3E191-6EE1-34A2-61AB-B76A9C6C1250}"/>
          </ac:spMkLst>
        </pc:spChg>
        <pc:spChg chg="add mod">
          <ac:chgData name="Lawrence Nundkissor" userId="9edc8a01-c790-4fdc-b1c3-63fbc5e42fa9" providerId="ADAL" clId="{D0FE8E4C-4D75-4ED1-B646-D93B882C65D6}" dt="2026-04-24T11:40:12.108" v="8096" actId="255"/>
          <ac:spMkLst>
            <pc:docMk/>
            <pc:sldMk cId="291021574" sldId="266"/>
            <ac:spMk id="10" creationId="{C89E03F2-D61E-6BD3-46C8-C9830DCE387C}"/>
          </ac:spMkLst>
        </pc:spChg>
        <pc:picChg chg="add">
          <ac:chgData name="Lawrence Nundkissor" userId="9edc8a01-c790-4fdc-b1c3-63fbc5e42fa9" providerId="ADAL" clId="{D0FE8E4C-4D75-4ED1-B646-D93B882C65D6}" dt="2026-04-08T15:17:55.434" v="1024" actId="22"/>
          <ac:picMkLst>
            <pc:docMk/>
            <pc:sldMk cId="291021574" sldId="266"/>
            <ac:picMk id="5" creationId="{E0248A05-37AC-0D2D-E9D4-2F07C17DA0FA}"/>
          </ac:picMkLst>
        </pc:picChg>
        <pc:cxnChg chg="add">
          <ac:chgData name="Lawrence Nundkissor" userId="9edc8a01-c790-4fdc-b1c3-63fbc5e42fa9" providerId="ADAL" clId="{D0FE8E4C-4D75-4ED1-B646-D93B882C65D6}" dt="2026-04-08T15:18:53.618" v="1079" actId="11529"/>
          <ac:cxnSpMkLst>
            <pc:docMk/>
            <pc:sldMk cId="291021574" sldId="266"/>
            <ac:cxnSpMk id="8" creationId="{114EFDF8-1B38-E7B6-D387-BC3C914074AC}"/>
          </ac:cxnSpMkLst>
        </pc:cxnChg>
        <pc:cxnChg chg="add">
          <ac:chgData name="Lawrence Nundkissor" userId="9edc8a01-c790-4fdc-b1c3-63fbc5e42fa9" providerId="ADAL" clId="{D0FE8E4C-4D75-4ED1-B646-D93B882C65D6}" dt="2026-04-24T11:36:46.451" v="8035" actId="11529"/>
          <ac:cxnSpMkLst>
            <pc:docMk/>
            <pc:sldMk cId="291021574" sldId="266"/>
            <ac:cxnSpMk id="9" creationId="{488BA4F9-1651-E762-C4EC-153E37B42D60}"/>
          </ac:cxnSpMkLst>
        </pc:cxnChg>
        <pc:cxnChg chg="add">
          <ac:chgData name="Lawrence Nundkissor" userId="9edc8a01-c790-4fdc-b1c3-63fbc5e42fa9" providerId="ADAL" clId="{D0FE8E4C-4D75-4ED1-B646-D93B882C65D6}" dt="2026-04-24T11:40:19.955" v="8097" actId="11529"/>
          <ac:cxnSpMkLst>
            <pc:docMk/>
            <pc:sldMk cId="291021574" sldId="266"/>
            <ac:cxnSpMk id="12" creationId="{0DDD6CD0-E91F-8D15-A0E3-5A20A02DA4BF}"/>
          </ac:cxnSpMkLst>
        </pc:cxnChg>
        <pc:cxnChg chg="add">
          <ac:chgData name="Lawrence Nundkissor" userId="9edc8a01-c790-4fdc-b1c3-63fbc5e42fa9" providerId="ADAL" clId="{D0FE8E4C-4D75-4ED1-B646-D93B882C65D6}" dt="2026-04-24T11:40:24.285" v="8098" actId="11529"/>
          <ac:cxnSpMkLst>
            <pc:docMk/>
            <pc:sldMk cId="291021574" sldId="266"/>
            <ac:cxnSpMk id="14" creationId="{014123BF-4332-536D-626B-F6E269250B99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08T15:32:08.233" v="1138" actId="13822"/>
        <pc:sldMkLst>
          <pc:docMk/>
          <pc:sldMk cId="3166656559" sldId="267"/>
        </pc:sldMkLst>
        <pc:spChg chg="add mod">
          <ac:chgData name="Lawrence Nundkissor" userId="9edc8a01-c790-4fdc-b1c3-63fbc5e42fa9" providerId="ADAL" clId="{D0FE8E4C-4D75-4ED1-B646-D93B882C65D6}" dt="2026-04-08T15:31:50.061" v="1135" actId="1076"/>
          <ac:spMkLst>
            <pc:docMk/>
            <pc:sldMk cId="3166656559" sldId="267"/>
            <ac:spMk id="6" creationId="{2987B002-7941-22BC-FB3D-8E8BADB65A07}"/>
          </ac:spMkLst>
        </pc:spChg>
        <pc:picChg chg="add mod">
          <ac:chgData name="Lawrence Nundkissor" userId="9edc8a01-c790-4fdc-b1c3-63fbc5e42fa9" providerId="ADAL" clId="{D0FE8E4C-4D75-4ED1-B646-D93B882C65D6}" dt="2026-04-08T15:28:54.971" v="1082" actId="14100"/>
          <ac:picMkLst>
            <pc:docMk/>
            <pc:sldMk cId="3166656559" sldId="267"/>
            <ac:picMk id="5" creationId="{E2E43C17-F77A-882A-10CB-17DA8A0D9C86}"/>
          </ac:picMkLst>
        </pc:picChg>
        <pc:cxnChg chg="add mod">
          <ac:chgData name="Lawrence Nundkissor" userId="9edc8a01-c790-4fdc-b1c3-63fbc5e42fa9" providerId="ADAL" clId="{D0FE8E4C-4D75-4ED1-B646-D93B882C65D6}" dt="2026-04-08T15:32:08.233" v="1138" actId="13822"/>
          <ac:cxnSpMkLst>
            <pc:docMk/>
            <pc:sldMk cId="3166656559" sldId="267"/>
            <ac:cxnSpMk id="8" creationId="{20767E2D-FE4A-4DC5-4FD7-CFE7B98E0DB7}"/>
          </ac:cxnSpMkLst>
        </pc:cxnChg>
        <pc:cxnChg chg="add mod">
          <ac:chgData name="Lawrence Nundkissor" userId="9edc8a01-c790-4fdc-b1c3-63fbc5e42fa9" providerId="ADAL" clId="{D0FE8E4C-4D75-4ED1-B646-D93B882C65D6}" dt="2026-04-08T15:32:08.233" v="1138" actId="13822"/>
          <ac:cxnSpMkLst>
            <pc:docMk/>
            <pc:sldMk cId="3166656559" sldId="267"/>
            <ac:cxnSpMk id="10" creationId="{E1C6BA1F-AE57-6FCE-3295-EE5F1E98FFE7}"/>
          </ac:cxnSpMkLst>
        </pc:cxnChg>
        <pc:cxnChg chg="add mod">
          <ac:chgData name="Lawrence Nundkissor" userId="9edc8a01-c790-4fdc-b1c3-63fbc5e42fa9" providerId="ADAL" clId="{D0FE8E4C-4D75-4ED1-B646-D93B882C65D6}" dt="2026-04-08T15:32:08.233" v="1138" actId="13822"/>
          <ac:cxnSpMkLst>
            <pc:docMk/>
            <pc:sldMk cId="3166656559" sldId="267"/>
            <ac:cxnSpMk id="12" creationId="{7B6586F0-501C-7C9A-3B5C-9D123F21EB2D}"/>
          </ac:cxnSpMkLst>
        </pc:cxnChg>
        <pc:cxnChg chg="add mod">
          <ac:chgData name="Lawrence Nundkissor" userId="9edc8a01-c790-4fdc-b1c3-63fbc5e42fa9" providerId="ADAL" clId="{D0FE8E4C-4D75-4ED1-B646-D93B882C65D6}" dt="2026-04-08T15:32:08.233" v="1138" actId="13822"/>
          <ac:cxnSpMkLst>
            <pc:docMk/>
            <pc:sldMk cId="3166656559" sldId="267"/>
            <ac:cxnSpMk id="14" creationId="{ED584A92-089E-0446-66E2-89C0372774E3}"/>
          </ac:cxnSpMkLst>
        </pc:cxnChg>
        <pc:cxnChg chg="add mod">
          <ac:chgData name="Lawrence Nundkissor" userId="9edc8a01-c790-4fdc-b1c3-63fbc5e42fa9" providerId="ADAL" clId="{D0FE8E4C-4D75-4ED1-B646-D93B882C65D6}" dt="2026-04-08T15:31:58.706" v="1137" actId="14100"/>
          <ac:cxnSpMkLst>
            <pc:docMk/>
            <pc:sldMk cId="3166656559" sldId="267"/>
            <ac:cxnSpMk id="16" creationId="{BC532D36-FFC6-1A32-C043-12D50E0CC778}"/>
          </ac:cxnSpMkLst>
        </pc:cxnChg>
      </pc:sldChg>
      <pc:sldChg chg="addSp delSp modSp new del mod">
        <pc:chgData name="Lawrence Nundkissor" userId="9edc8a01-c790-4fdc-b1c3-63fbc5e42fa9" providerId="ADAL" clId="{D0FE8E4C-4D75-4ED1-B646-D93B882C65D6}" dt="2026-04-24T11:53:30.284" v="8349" actId="47"/>
        <pc:sldMkLst>
          <pc:docMk/>
          <pc:sldMk cId="3173068006" sldId="268"/>
        </pc:sldMkLst>
        <pc:picChg chg="add mod">
          <ac:chgData name="Lawrence Nundkissor" userId="9edc8a01-c790-4fdc-b1c3-63fbc5e42fa9" providerId="ADAL" clId="{D0FE8E4C-4D75-4ED1-B646-D93B882C65D6}" dt="2026-04-24T11:50:57.033" v="8241" actId="1076"/>
          <ac:picMkLst>
            <pc:docMk/>
            <pc:sldMk cId="3173068006" sldId="268"/>
            <ac:picMk id="13" creationId="{06B8F4CB-23F3-620A-E465-2DDB382AB915}"/>
          </ac:picMkLst>
        </pc:picChg>
      </pc:sldChg>
      <pc:sldChg chg="addSp delSp modSp new mod ord">
        <pc:chgData name="Lawrence Nundkissor" userId="9edc8a01-c790-4fdc-b1c3-63fbc5e42fa9" providerId="ADAL" clId="{D0FE8E4C-4D75-4ED1-B646-D93B882C65D6}" dt="2026-04-24T06:00:10.785" v="6581" actId="14100"/>
        <pc:sldMkLst>
          <pc:docMk/>
          <pc:sldMk cId="2545489988" sldId="269"/>
        </pc:sldMkLst>
        <pc:spChg chg="add mod">
          <ac:chgData name="Lawrence Nundkissor" userId="9edc8a01-c790-4fdc-b1c3-63fbc5e42fa9" providerId="ADAL" clId="{D0FE8E4C-4D75-4ED1-B646-D93B882C65D6}" dt="2026-04-24T05:46:07.978" v="6452" actId="1076"/>
          <ac:spMkLst>
            <pc:docMk/>
            <pc:sldMk cId="2545489988" sldId="269"/>
            <ac:spMk id="3" creationId="{B52D0ED8-3A9E-C60B-5CC3-738930C69832}"/>
          </ac:spMkLst>
        </pc:spChg>
        <pc:spChg chg="add mod">
          <ac:chgData name="Lawrence Nundkissor" userId="9edc8a01-c790-4fdc-b1c3-63fbc5e42fa9" providerId="ADAL" clId="{D0FE8E4C-4D75-4ED1-B646-D93B882C65D6}" dt="2026-04-08T15:40:38.926" v="1388" actId="14100"/>
          <ac:spMkLst>
            <pc:docMk/>
            <pc:sldMk cId="2545489988" sldId="269"/>
            <ac:spMk id="8" creationId="{83B8F97D-B8CD-40DF-6F7B-67C472C3FA2E}"/>
          </ac:spMkLst>
        </pc:spChg>
        <pc:spChg chg="add mod">
          <ac:chgData name="Lawrence Nundkissor" userId="9edc8a01-c790-4fdc-b1c3-63fbc5e42fa9" providerId="ADAL" clId="{D0FE8E4C-4D75-4ED1-B646-D93B882C65D6}" dt="2026-04-24T05:59:54.592" v="6575" actId="14100"/>
          <ac:spMkLst>
            <pc:docMk/>
            <pc:sldMk cId="2545489988" sldId="269"/>
            <ac:spMk id="13" creationId="{1A9EA7E5-9DC3-F7DA-9CF4-F0F5C61B49FC}"/>
          </ac:spMkLst>
        </pc:spChg>
        <pc:spChg chg="add mod">
          <ac:chgData name="Lawrence Nundkissor" userId="9edc8a01-c790-4fdc-b1c3-63fbc5e42fa9" providerId="ADAL" clId="{D0FE8E4C-4D75-4ED1-B646-D93B882C65D6}" dt="2026-04-24T05:46:34.491" v="6454" actId="692"/>
          <ac:spMkLst>
            <pc:docMk/>
            <pc:sldMk cId="2545489988" sldId="269"/>
            <ac:spMk id="21" creationId="{798E743F-5EA3-564B-086D-938133BDC8A0}"/>
          </ac:spMkLst>
        </pc:spChg>
        <pc:spChg chg="add mod">
          <ac:chgData name="Lawrence Nundkissor" userId="9edc8a01-c790-4fdc-b1c3-63fbc5e42fa9" providerId="ADAL" clId="{D0FE8E4C-4D75-4ED1-B646-D93B882C65D6}" dt="2026-04-24T05:55:54.741" v="6545" actId="1076"/>
          <ac:spMkLst>
            <pc:docMk/>
            <pc:sldMk cId="2545489988" sldId="269"/>
            <ac:spMk id="31" creationId="{C35394FC-5089-268B-0FA2-3289D6CEDB29}"/>
          </ac:spMkLst>
        </pc:spChg>
        <pc:spChg chg="add mod">
          <ac:chgData name="Lawrence Nundkissor" userId="9edc8a01-c790-4fdc-b1c3-63fbc5e42fa9" providerId="ADAL" clId="{D0FE8E4C-4D75-4ED1-B646-D93B882C65D6}" dt="2026-04-24T06:00:05.464" v="6580" actId="20577"/>
          <ac:spMkLst>
            <pc:docMk/>
            <pc:sldMk cId="2545489988" sldId="269"/>
            <ac:spMk id="32" creationId="{ABE986B5-E8E3-0F43-2441-4EEC646BA0C0}"/>
          </ac:spMkLst>
        </pc:spChg>
        <pc:picChg chg="add mod">
          <ac:chgData name="Lawrence Nundkissor" userId="9edc8a01-c790-4fdc-b1c3-63fbc5e42fa9" providerId="ADAL" clId="{D0FE8E4C-4D75-4ED1-B646-D93B882C65D6}" dt="2026-04-24T05:46:03.707" v="6451" actId="14100"/>
          <ac:picMkLst>
            <pc:docMk/>
            <pc:sldMk cId="2545489988" sldId="269"/>
            <ac:picMk id="5" creationId="{C9BDCBD6-79BC-73B8-68B6-B6C5474B509D}"/>
          </ac:picMkLst>
        </pc:picChg>
        <pc:cxnChg chg="add del mod">
          <ac:chgData name="Lawrence Nundkissor" userId="9edc8a01-c790-4fdc-b1c3-63fbc5e42fa9" providerId="ADAL" clId="{D0FE8E4C-4D75-4ED1-B646-D93B882C65D6}" dt="2026-04-24T05:45:25.247" v="6444" actId="478"/>
          <ac:cxnSpMkLst>
            <pc:docMk/>
            <pc:sldMk cId="2545489988" sldId="269"/>
            <ac:cxnSpMk id="6" creationId="{0CEDED84-58CF-F933-137A-6858D560279C}"/>
          </ac:cxnSpMkLst>
        </pc:cxnChg>
        <pc:cxnChg chg="add mod">
          <ac:chgData name="Lawrence Nundkissor" userId="9edc8a01-c790-4fdc-b1c3-63fbc5e42fa9" providerId="ADAL" clId="{D0FE8E4C-4D75-4ED1-B646-D93B882C65D6}" dt="2026-04-08T15:40:31.509" v="1378" actId="14100"/>
          <ac:cxnSpMkLst>
            <pc:docMk/>
            <pc:sldMk cId="2545489988" sldId="269"/>
            <ac:cxnSpMk id="7" creationId="{AEB18155-F89D-364D-F5A7-486808E6D925}"/>
          </ac:cxnSpMkLst>
        </pc:cxnChg>
        <pc:cxnChg chg="add mod">
          <ac:chgData name="Lawrence Nundkissor" userId="9edc8a01-c790-4fdc-b1c3-63fbc5e42fa9" providerId="ADAL" clId="{D0FE8E4C-4D75-4ED1-B646-D93B882C65D6}" dt="2026-04-24T06:00:10.785" v="6581" actId="14100"/>
          <ac:cxnSpMkLst>
            <pc:docMk/>
            <pc:sldMk cId="2545489988" sldId="269"/>
            <ac:cxnSpMk id="11" creationId="{E82D10D0-2B02-3386-5B4A-CA6D0BFEEC33}"/>
          </ac:cxnSpMkLst>
        </pc:cxnChg>
        <pc:cxnChg chg="add del mod">
          <ac:chgData name="Lawrence Nundkissor" userId="9edc8a01-c790-4fdc-b1c3-63fbc5e42fa9" providerId="ADAL" clId="{D0FE8E4C-4D75-4ED1-B646-D93B882C65D6}" dt="2026-04-24T05:54:57.951" v="6505" actId="478"/>
          <ac:cxnSpMkLst>
            <pc:docMk/>
            <pc:sldMk cId="2545489988" sldId="269"/>
            <ac:cxnSpMk id="15" creationId="{786DDEFE-25C5-959E-F392-29E9BC18706E}"/>
          </ac:cxnSpMkLst>
        </pc:cxnChg>
        <pc:cxnChg chg="add mod">
          <ac:chgData name="Lawrence Nundkissor" userId="9edc8a01-c790-4fdc-b1c3-63fbc5e42fa9" providerId="ADAL" clId="{D0FE8E4C-4D75-4ED1-B646-D93B882C65D6}" dt="2026-04-24T05:59:54.592" v="6575" actId="14100"/>
          <ac:cxnSpMkLst>
            <pc:docMk/>
            <pc:sldMk cId="2545489988" sldId="269"/>
            <ac:cxnSpMk id="25" creationId="{140350F1-76BF-9B7E-8440-38D73C50DA0F}"/>
          </ac:cxnSpMkLst>
        </pc:cxnChg>
      </pc:sldChg>
      <pc:sldChg chg="addSp delSp modSp new del mod">
        <pc:chgData name="Lawrence Nundkissor" userId="9edc8a01-c790-4fdc-b1c3-63fbc5e42fa9" providerId="ADAL" clId="{D0FE8E4C-4D75-4ED1-B646-D93B882C65D6}" dt="2026-04-24T05:54:48.935" v="6504" actId="2696"/>
        <pc:sldMkLst>
          <pc:docMk/>
          <pc:sldMk cId="3362408433" sldId="270"/>
        </pc:sldMkLst>
        <pc:spChg chg="add del mod">
          <ac:chgData name="Lawrence Nundkissor" userId="9edc8a01-c790-4fdc-b1c3-63fbc5e42fa9" providerId="ADAL" clId="{D0FE8E4C-4D75-4ED1-B646-D93B882C65D6}" dt="2026-04-24T05:51:06.298" v="6460" actId="21"/>
          <ac:spMkLst>
            <pc:docMk/>
            <pc:sldMk cId="3362408433" sldId="270"/>
            <ac:spMk id="4" creationId="{B591BF3B-D801-A710-A141-438F0844F405}"/>
          </ac:spMkLst>
        </pc:spChg>
        <pc:spChg chg="add del mod">
          <ac:chgData name="Lawrence Nundkissor" userId="9edc8a01-c790-4fdc-b1c3-63fbc5e42fa9" providerId="ADAL" clId="{D0FE8E4C-4D75-4ED1-B646-D93B882C65D6}" dt="2026-04-24T05:51:06.298" v="6460" actId="21"/>
          <ac:spMkLst>
            <pc:docMk/>
            <pc:sldMk cId="3362408433" sldId="270"/>
            <ac:spMk id="8" creationId="{F3AB233F-D884-0F3C-FD3E-1E1FE416AE42}"/>
          </ac:spMkLst>
        </pc:spChg>
        <pc:cxnChg chg="add del mod">
          <ac:chgData name="Lawrence Nundkissor" userId="9edc8a01-c790-4fdc-b1c3-63fbc5e42fa9" providerId="ADAL" clId="{D0FE8E4C-4D75-4ED1-B646-D93B882C65D6}" dt="2026-04-24T05:51:06.298" v="6460" actId="21"/>
          <ac:cxnSpMkLst>
            <pc:docMk/>
            <pc:sldMk cId="3362408433" sldId="270"/>
            <ac:cxnSpMk id="7" creationId="{F8D303FD-AE10-6945-D37C-6D8695DFD19E}"/>
          </ac:cxnSpMkLst>
        </pc:cxnChg>
        <pc:cxnChg chg="add del mod">
          <ac:chgData name="Lawrence Nundkissor" userId="9edc8a01-c790-4fdc-b1c3-63fbc5e42fa9" providerId="ADAL" clId="{D0FE8E4C-4D75-4ED1-B646-D93B882C65D6}" dt="2026-04-24T05:51:06.298" v="6460" actId="21"/>
          <ac:cxnSpMkLst>
            <pc:docMk/>
            <pc:sldMk cId="3362408433" sldId="270"/>
            <ac:cxnSpMk id="9" creationId="{22E6B819-865C-0AEC-A1EC-5C6E8E15B8A5}"/>
          </ac:cxnSpMkLst>
        </pc:cxnChg>
      </pc:sldChg>
      <pc:sldChg chg="addSp modSp new mod ord">
        <pc:chgData name="Lawrence Nundkissor" userId="9edc8a01-c790-4fdc-b1c3-63fbc5e42fa9" providerId="ADAL" clId="{D0FE8E4C-4D75-4ED1-B646-D93B882C65D6}" dt="2026-04-23T08:33:18.417" v="6222" actId="1076"/>
        <pc:sldMkLst>
          <pc:docMk/>
          <pc:sldMk cId="1191037454" sldId="271"/>
        </pc:sldMkLst>
        <pc:spChg chg="add mod">
          <ac:chgData name="Lawrence Nundkissor" userId="9edc8a01-c790-4fdc-b1c3-63fbc5e42fa9" providerId="ADAL" clId="{D0FE8E4C-4D75-4ED1-B646-D93B882C65D6}" dt="2026-04-23T07:57:56.991" v="6209" actId="14100"/>
          <ac:spMkLst>
            <pc:docMk/>
            <pc:sldMk cId="1191037454" sldId="271"/>
            <ac:spMk id="4" creationId="{7258F209-A705-788D-D79C-7B363A7C4F53}"/>
          </ac:spMkLst>
        </pc:spChg>
        <pc:spChg chg="add mod">
          <ac:chgData name="Lawrence Nundkissor" userId="9edc8a01-c790-4fdc-b1c3-63fbc5e42fa9" providerId="ADAL" clId="{D0FE8E4C-4D75-4ED1-B646-D93B882C65D6}" dt="2026-04-15T11:43:34.958" v="2765" actId="20577"/>
          <ac:spMkLst>
            <pc:docMk/>
            <pc:sldMk cId="1191037454" sldId="271"/>
            <ac:spMk id="6" creationId="{95B15DC1-145B-4F15-6355-F4ED82E0C7BF}"/>
          </ac:spMkLst>
        </pc:spChg>
        <pc:spChg chg="add mod">
          <ac:chgData name="Lawrence Nundkissor" userId="9edc8a01-c790-4fdc-b1c3-63fbc5e42fa9" providerId="ADAL" clId="{D0FE8E4C-4D75-4ED1-B646-D93B882C65D6}" dt="2026-04-16T05:26:39.286" v="3737" actId="113"/>
          <ac:spMkLst>
            <pc:docMk/>
            <pc:sldMk cId="1191037454" sldId="271"/>
            <ac:spMk id="11" creationId="{F73CD336-D62F-0D05-446D-CC9FA3F0ACAD}"/>
          </ac:spMkLst>
        </pc:spChg>
        <pc:picChg chg="add mod">
          <ac:chgData name="Lawrence Nundkissor" userId="9edc8a01-c790-4fdc-b1c3-63fbc5e42fa9" providerId="ADAL" clId="{D0FE8E4C-4D75-4ED1-B646-D93B882C65D6}" dt="2026-04-23T04:22:55.844" v="6021" actId="1076"/>
          <ac:picMkLst>
            <pc:docMk/>
            <pc:sldMk cId="1191037454" sldId="271"/>
            <ac:picMk id="5" creationId="{16EE30B4-59EF-138D-F430-9D953B624FE4}"/>
          </ac:picMkLst>
        </pc:picChg>
        <pc:picChg chg="add mod">
          <ac:chgData name="Lawrence Nundkissor" userId="9edc8a01-c790-4fdc-b1c3-63fbc5e42fa9" providerId="ADAL" clId="{D0FE8E4C-4D75-4ED1-B646-D93B882C65D6}" dt="2026-04-23T08:33:18.417" v="6222" actId="1076"/>
          <ac:picMkLst>
            <pc:docMk/>
            <pc:sldMk cId="1191037454" sldId="271"/>
            <ac:picMk id="15" creationId="{D72DD653-6E35-4987-30B8-CD81406856E5}"/>
          </ac:picMkLst>
        </pc:picChg>
        <pc:cxnChg chg="add">
          <ac:chgData name="Lawrence Nundkissor" userId="9edc8a01-c790-4fdc-b1c3-63fbc5e42fa9" providerId="ADAL" clId="{D0FE8E4C-4D75-4ED1-B646-D93B882C65D6}" dt="2026-04-08T15:51:21.456" v="1528" actId="11529"/>
          <ac:cxnSpMkLst>
            <pc:docMk/>
            <pc:sldMk cId="1191037454" sldId="271"/>
            <ac:cxnSpMk id="8" creationId="{16255B7B-B7D4-54AE-CD8A-A4EAFEA20214}"/>
          </ac:cxnSpMkLst>
        </pc:cxnChg>
        <pc:cxnChg chg="add mod">
          <ac:chgData name="Lawrence Nundkissor" userId="9edc8a01-c790-4fdc-b1c3-63fbc5e42fa9" providerId="ADAL" clId="{D0FE8E4C-4D75-4ED1-B646-D93B882C65D6}" dt="2026-04-23T07:57:01.493" v="6168" actId="14100"/>
          <ac:cxnSpMkLst>
            <pc:docMk/>
            <pc:sldMk cId="1191037454" sldId="271"/>
            <ac:cxnSpMk id="9" creationId="{151D252C-C33B-31BD-69DA-5BB9A3BF4B43}"/>
          </ac:cxnSpMkLst>
        </pc:cxnChg>
        <pc:cxnChg chg="add mod">
          <ac:chgData name="Lawrence Nundkissor" userId="9edc8a01-c790-4fdc-b1c3-63fbc5e42fa9" providerId="ADAL" clId="{D0FE8E4C-4D75-4ED1-B646-D93B882C65D6}" dt="2026-04-23T04:23:12.658" v="6022" actId="1076"/>
          <ac:cxnSpMkLst>
            <pc:docMk/>
            <pc:sldMk cId="1191037454" sldId="271"/>
            <ac:cxnSpMk id="10" creationId="{9735F211-1597-0397-90B3-EF9ECB320686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3T08:34:33.009" v="6253" actId="20577"/>
        <pc:sldMkLst>
          <pc:docMk/>
          <pc:sldMk cId="501657757" sldId="272"/>
        </pc:sldMkLst>
        <pc:spChg chg="add mod">
          <ac:chgData name="Lawrence Nundkissor" userId="9edc8a01-c790-4fdc-b1c3-63fbc5e42fa9" providerId="ADAL" clId="{D0FE8E4C-4D75-4ED1-B646-D93B882C65D6}" dt="2026-04-08T15:59:35.403" v="1550" actId="14100"/>
          <ac:spMkLst>
            <pc:docMk/>
            <pc:sldMk cId="501657757" sldId="272"/>
            <ac:spMk id="6" creationId="{86C19FFF-4F81-3D3F-9C49-8DF8F77CCA92}"/>
          </ac:spMkLst>
        </pc:spChg>
        <pc:spChg chg="add mod">
          <ac:chgData name="Lawrence Nundkissor" userId="9edc8a01-c790-4fdc-b1c3-63fbc5e42fa9" providerId="ADAL" clId="{D0FE8E4C-4D75-4ED1-B646-D93B882C65D6}" dt="2026-04-23T08:34:33.009" v="6253" actId="20577"/>
          <ac:spMkLst>
            <pc:docMk/>
            <pc:sldMk cId="501657757" sldId="272"/>
            <ac:spMk id="13" creationId="{4FE1A639-66D8-BD2B-31C7-26676AA98948}"/>
          </ac:spMkLst>
        </pc:spChg>
        <pc:picChg chg="add">
          <ac:chgData name="Lawrence Nundkissor" userId="9edc8a01-c790-4fdc-b1c3-63fbc5e42fa9" providerId="ADAL" clId="{D0FE8E4C-4D75-4ED1-B646-D93B882C65D6}" dt="2026-04-08T15:59:09.306" v="1531" actId="22"/>
          <ac:picMkLst>
            <pc:docMk/>
            <pc:sldMk cId="501657757" sldId="272"/>
            <ac:picMk id="5" creationId="{D4269743-FD70-CF00-16C4-5F9070013A73}"/>
          </ac:picMkLst>
        </pc:picChg>
        <pc:cxnChg chg="add mod">
          <ac:chgData name="Lawrence Nundkissor" userId="9edc8a01-c790-4fdc-b1c3-63fbc5e42fa9" providerId="ADAL" clId="{D0FE8E4C-4D75-4ED1-B646-D93B882C65D6}" dt="2026-04-23T08:34:23.298" v="6233" actId="14100"/>
          <ac:cxnSpMkLst>
            <pc:docMk/>
            <pc:sldMk cId="501657757" sldId="272"/>
            <ac:cxnSpMk id="7" creationId="{BAF9E005-6622-36AD-977C-F6E29DCE16F7}"/>
          </ac:cxnSpMkLst>
        </pc:cxnChg>
        <pc:cxnChg chg="add">
          <ac:chgData name="Lawrence Nundkissor" userId="9edc8a01-c790-4fdc-b1c3-63fbc5e42fa9" providerId="ADAL" clId="{D0FE8E4C-4D75-4ED1-B646-D93B882C65D6}" dt="2026-04-08T15:59:42.850" v="1551" actId="11529"/>
          <ac:cxnSpMkLst>
            <pc:docMk/>
            <pc:sldMk cId="501657757" sldId="272"/>
            <ac:cxnSpMk id="8" creationId="{2524D71D-09F3-9C01-7DCD-30DB630637FC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18T06:35:18.285" v="4528" actId="313"/>
        <pc:sldMkLst>
          <pc:docMk/>
          <pc:sldMk cId="849705834" sldId="275"/>
        </pc:sldMkLst>
        <pc:spChg chg="add mod">
          <ac:chgData name="Lawrence Nundkissor" userId="9edc8a01-c790-4fdc-b1c3-63fbc5e42fa9" providerId="ADAL" clId="{D0FE8E4C-4D75-4ED1-B646-D93B882C65D6}" dt="2026-04-18T06:35:18.285" v="4528" actId="313"/>
          <ac:spMkLst>
            <pc:docMk/>
            <pc:sldMk cId="849705834" sldId="275"/>
            <ac:spMk id="6" creationId="{F0C6E604-9502-B0C9-8845-0A91AC9ACF61}"/>
          </ac:spMkLst>
        </pc:spChg>
        <pc:picChg chg="add">
          <ac:chgData name="Lawrence Nundkissor" userId="9edc8a01-c790-4fdc-b1c3-63fbc5e42fa9" providerId="ADAL" clId="{D0FE8E4C-4D75-4ED1-B646-D93B882C65D6}" dt="2026-04-09T04:31:39.103" v="1964" actId="22"/>
          <ac:picMkLst>
            <pc:docMk/>
            <pc:sldMk cId="849705834" sldId="275"/>
            <ac:picMk id="5" creationId="{09C5B850-1A5E-62E0-7454-F1E6F312D2C6}"/>
          </ac:picMkLst>
        </pc:picChg>
        <pc:cxnChg chg="add">
          <ac:chgData name="Lawrence Nundkissor" userId="9edc8a01-c790-4fdc-b1c3-63fbc5e42fa9" providerId="ADAL" clId="{D0FE8E4C-4D75-4ED1-B646-D93B882C65D6}" dt="2026-04-09T04:32:49.095" v="2009" actId="11529"/>
          <ac:cxnSpMkLst>
            <pc:docMk/>
            <pc:sldMk cId="849705834" sldId="275"/>
            <ac:cxnSpMk id="8" creationId="{D29A370D-CEB0-62AF-4F00-99CAD320C432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09T04:50:51.827" v="2115" actId="1076"/>
        <pc:sldMkLst>
          <pc:docMk/>
          <pc:sldMk cId="2861427333" sldId="276"/>
        </pc:sldMkLst>
        <pc:spChg chg="add mod">
          <ac:chgData name="Lawrence Nundkissor" userId="9edc8a01-c790-4fdc-b1c3-63fbc5e42fa9" providerId="ADAL" clId="{D0FE8E4C-4D75-4ED1-B646-D93B882C65D6}" dt="2026-04-09T04:49:15.312" v="2036" actId="313"/>
          <ac:spMkLst>
            <pc:docMk/>
            <pc:sldMk cId="2861427333" sldId="276"/>
            <ac:spMk id="6" creationId="{4F340100-F797-987B-903D-40E7EE573940}"/>
          </ac:spMkLst>
        </pc:spChg>
        <pc:spChg chg="add mod">
          <ac:chgData name="Lawrence Nundkissor" userId="9edc8a01-c790-4fdc-b1c3-63fbc5e42fa9" providerId="ADAL" clId="{D0FE8E4C-4D75-4ED1-B646-D93B882C65D6}" dt="2026-04-09T04:50:51.827" v="2115" actId="1076"/>
          <ac:spMkLst>
            <pc:docMk/>
            <pc:sldMk cId="2861427333" sldId="276"/>
            <ac:spMk id="9" creationId="{ECE9AD14-BBA8-4CA4-CC50-3DC59D1C93A0}"/>
          </ac:spMkLst>
        </pc:spChg>
        <pc:spChg chg="add mod">
          <ac:chgData name="Lawrence Nundkissor" userId="9edc8a01-c790-4fdc-b1c3-63fbc5e42fa9" providerId="ADAL" clId="{D0FE8E4C-4D75-4ED1-B646-D93B882C65D6}" dt="2026-04-09T04:50:49.711" v="2114" actId="14100"/>
          <ac:spMkLst>
            <pc:docMk/>
            <pc:sldMk cId="2861427333" sldId="276"/>
            <ac:spMk id="12" creationId="{D5D0C226-2883-43E1-28FF-2A767293EBA6}"/>
          </ac:spMkLst>
        </pc:spChg>
        <pc:picChg chg="add">
          <ac:chgData name="Lawrence Nundkissor" userId="9edc8a01-c790-4fdc-b1c3-63fbc5e42fa9" providerId="ADAL" clId="{D0FE8E4C-4D75-4ED1-B646-D93B882C65D6}" dt="2026-04-09T04:34:57.162" v="2011" actId="22"/>
          <ac:picMkLst>
            <pc:docMk/>
            <pc:sldMk cId="2861427333" sldId="276"/>
            <ac:picMk id="5" creationId="{83215A6D-6B0F-C5C3-67CD-DDCC43DB4FCE}"/>
          </ac:picMkLst>
        </pc:picChg>
        <pc:cxnChg chg="add">
          <ac:chgData name="Lawrence Nundkissor" userId="9edc8a01-c790-4fdc-b1c3-63fbc5e42fa9" providerId="ADAL" clId="{D0FE8E4C-4D75-4ED1-B646-D93B882C65D6}" dt="2026-04-09T04:35:42.931" v="2028" actId="11529"/>
          <ac:cxnSpMkLst>
            <pc:docMk/>
            <pc:sldMk cId="2861427333" sldId="276"/>
            <ac:cxnSpMk id="8" creationId="{EAB3D5F9-84F7-C6B2-36A8-C49C7625A68A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25T09:53:57.324" v="8811" actId="20577"/>
        <pc:sldMkLst>
          <pc:docMk/>
          <pc:sldMk cId="690000761" sldId="277"/>
        </pc:sldMkLst>
        <pc:spChg chg="add mod">
          <ac:chgData name="Lawrence Nundkissor" userId="9edc8a01-c790-4fdc-b1c3-63fbc5e42fa9" providerId="ADAL" clId="{D0FE8E4C-4D75-4ED1-B646-D93B882C65D6}" dt="2026-04-25T09:53:57.324" v="8811" actId="20577"/>
          <ac:spMkLst>
            <pc:docMk/>
            <pc:sldMk cId="690000761" sldId="277"/>
            <ac:spMk id="6" creationId="{C7203F0F-29DF-2FD8-9066-CE1ACEDE6317}"/>
          </ac:spMkLst>
        </pc:spChg>
        <pc:picChg chg="add mod">
          <ac:chgData name="Lawrence Nundkissor" userId="9edc8a01-c790-4fdc-b1c3-63fbc5e42fa9" providerId="ADAL" clId="{D0FE8E4C-4D75-4ED1-B646-D93B882C65D6}" dt="2026-04-09T05:49:56.038" v="2189" actId="1076"/>
          <ac:picMkLst>
            <pc:docMk/>
            <pc:sldMk cId="690000761" sldId="277"/>
            <ac:picMk id="5" creationId="{AC8C00E7-1216-5716-CBCE-2FC9CB9C5999}"/>
          </ac:picMkLst>
        </pc:picChg>
      </pc:sldChg>
      <pc:sldChg chg="addSp modSp new mod">
        <pc:chgData name="Lawrence Nundkissor" userId="9edc8a01-c790-4fdc-b1c3-63fbc5e42fa9" providerId="ADAL" clId="{D0FE8E4C-4D75-4ED1-B646-D93B882C65D6}" dt="2026-04-09T05:55:37.056" v="2238" actId="13822"/>
        <pc:sldMkLst>
          <pc:docMk/>
          <pc:sldMk cId="2554474816" sldId="278"/>
        </pc:sldMkLst>
        <pc:spChg chg="add mod">
          <ac:chgData name="Lawrence Nundkissor" userId="9edc8a01-c790-4fdc-b1c3-63fbc5e42fa9" providerId="ADAL" clId="{D0FE8E4C-4D75-4ED1-B646-D93B882C65D6}" dt="2026-04-09T05:55:26.225" v="2236" actId="1076"/>
          <ac:spMkLst>
            <pc:docMk/>
            <pc:sldMk cId="2554474816" sldId="278"/>
            <ac:spMk id="6" creationId="{2E17347A-68A6-C880-2C5B-3EE84E6C705D}"/>
          </ac:spMkLst>
        </pc:spChg>
        <pc:picChg chg="add">
          <ac:chgData name="Lawrence Nundkissor" userId="9edc8a01-c790-4fdc-b1c3-63fbc5e42fa9" providerId="ADAL" clId="{D0FE8E4C-4D75-4ED1-B646-D93B882C65D6}" dt="2026-04-09T05:54:30.281" v="2191" actId="22"/>
          <ac:picMkLst>
            <pc:docMk/>
            <pc:sldMk cId="2554474816" sldId="278"/>
            <ac:picMk id="5" creationId="{BCA74396-D0E0-14CE-46B7-F1BFC2339D9F}"/>
          </ac:picMkLst>
        </pc:picChg>
        <pc:cxnChg chg="add mod">
          <ac:chgData name="Lawrence Nundkissor" userId="9edc8a01-c790-4fdc-b1c3-63fbc5e42fa9" providerId="ADAL" clId="{D0FE8E4C-4D75-4ED1-B646-D93B882C65D6}" dt="2026-04-09T05:55:37.056" v="2238" actId="13822"/>
          <ac:cxnSpMkLst>
            <pc:docMk/>
            <pc:sldMk cId="2554474816" sldId="278"/>
            <ac:cxnSpMk id="8" creationId="{C69C44B6-0ED4-F739-61B9-782F7FBEBA89}"/>
          </ac:cxnSpMkLst>
        </pc:cxnChg>
      </pc:sldChg>
      <pc:sldChg chg="modSp new mod ord">
        <pc:chgData name="Lawrence Nundkissor" userId="9edc8a01-c790-4fdc-b1c3-63fbc5e42fa9" providerId="ADAL" clId="{D0FE8E4C-4D75-4ED1-B646-D93B882C65D6}" dt="2026-04-25T09:53:32.236" v="8804"/>
        <pc:sldMkLst>
          <pc:docMk/>
          <pc:sldMk cId="4280084578" sldId="279"/>
        </pc:sldMkLst>
        <pc:spChg chg="mod">
          <ac:chgData name="Lawrence Nundkissor" userId="9edc8a01-c790-4fdc-b1c3-63fbc5e42fa9" providerId="ADAL" clId="{D0FE8E4C-4D75-4ED1-B646-D93B882C65D6}" dt="2026-04-09T05:55:56.119" v="2248" actId="20577"/>
          <ac:spMkLst>
            <pc:docMk/>
            <pc:sldMk cId="4280084578" sldId="279"/>
            <ac:spMk id="2" creationId="{60F8D11B-8A50-1D99-8695-7C9AA9D109AB}"/>
          </ac:spMkLst>
        </pc:spChg>
      </pc:sldChg>
      <pc:sldChg chg="modSp new mod">
        <pc:chgData name="Lawrence Nundkissor" userId="9edc8a01-c790-4fdc-b1c3-63fbc5e42fa9" providerId="ADAL" clId="{D0FE8E4C-4D75-4ED1-B646-D93B882C65D6}" dt="2026-04-09T05:56:06.884" v="2254" actId="20577"/>
        <pc:sldMkLst>
          <pc:docMk/>
          <pc:sldMk cId="2958292877" sldId="280"/>
        </pc:sldMkLst>
        <pc:spChg chg="mod">
          <ac:chgData name="Lawrence Nundkissor" userId="9edc8a01-c790-4fdc-b1c3-63fbc5e42fa9" providerId="ADAL" clId="{D0FE8E4C-4D75-4ED1-B646-D93B882C65D6}" dt="2026-04-09T05:56:06.884" v="2254" actId="20577"/>
          <ac:spMkLst>
            <pc:docMk/>
            <pc:sldMk cId="2958292877" sldId="280"/>
            <ac:spMk id="2" creationId="{356B51CA-A716-331C-A749-5097EEC3FD3F}"/>
          </ac:spMkLst>
        </pc:spChg>
      </pc:sldChg>
      <pc:sldChg chg="modSp new mod">
        <pc:chgData name="Lawrence Nundkissor" userId="9edc8a01-c790-4fdc-b1c3-63fbc5e42fa9" providerId="ADAL" clId="{D0FE8E4C-4D75-4ED1-B646-D93B882C65D6}" dt="2026-04-09T05:57:43.084" v="2291" actId="20577"/>
        <pc:sldMkLst>
          <pc:docMk/>
          <pc:sldMk cId="782281895" sldId="281"/>
        </pc:sldMkLst>
        <pc:spChg chg="mod">
          <ac:chgData name="Lawrence Nundkissor" userId="9edc8a01-c790-4fdc-b1c3-63fbc5e42fa9" providerId="ADAL" clId="{D0FE8E4C-4D75-4ED1-B646-D93B882C65D6}" dt="2026-04-09T05:57:43.084" v="2291" actId="20577"/>
          <ac:spMkLst>
            <pc:docMk/>
            <pc:sldMk cId="782281895" sldId="281"/>
            <ac:spMk id="2" creationId="{1E97DD83-7473-DC66-FA72-A773A1362292}"/>
          </ac:spMkLst>
        </pc:spChg>
      </pc:sldChg>
      <pc:sldChg chg="modSp new mod">
        <pc:chgData name="Lawrence Nundkissor" userId="9edc8a01-c790-4fdc-b1c3-63fbc5e42fa9" providerId="ADAL" clId="{D0FE8E4C-4D75-4ED1-B646-D93B882C65D6}" dt="2026-04-09T05:58:04.652" v="2302" actId="20577"/>
        <pc:sldMkLst>
          <pc:docMk/>
          <pc:sldMk cId="3676528916" sldId="282"/>
        </pc:sldMkLst>
        <pc:spChg chg="mod">
          <ac:chgData name="Lawrence Nundkissor" userId="9edc8a01-c790-4fdc-b1c3-63fbc5e42fa9" providerId="ADAL" clId="{D0FE8E4C-4D75-4ED1-B646-D93B882C65D6}" dt="2026-04-09T05:58:04.652" v="2302" actId="20577"/>
          <ac:spMkLst>
            <pc:docMk/>
            <pc:sldMk cId="3676528916" sldId="282"/>
            <ac:spMk id="2" creationId="{6E53E269-D60E-51D1-B8F4-A558BC09B97C}"/>
          </ac:spMkLst>
        </pc:spChg>
      </pc:sldChg>
      <pc:sldChg chg="modSp new mod">
        <pc:chgData name="Lawrence Nundkissor" userId="9edc8a01-c790-4fdc-b1c3-63fbc5e42fa9" providerId="ADAL" clId="{D0FE8E4C-4D75-4ED1-B646-D93B882C65D6}" dt="2026-04-09T05:58:38.129" v="2321" actId="20577"/>
        <pc:sldMkLst>
          <pc:docMk/>
          <pc:sldMk cId="148675027" sldId="283"/>
        </pc:sldMkLst>
        <pc:spChg chg="mod">
          <ac:chgData name="Lawrence Nundkissor" userId="9edc8a01-c790-4fdc-b1c3-63fbc5e42fa9" providerId="ADAL" clId="{D0FE8E4C-4D75-4ED1-B646-D93B882C65D6}" dt="2026-04-09T05:58:38.129" v="2321" actId="20577"/>
          <ac:spMkLst>
            <pc:docMk/>
            <pc:sldMk cId="148675027" sldId="283"/>
            <ac:spMk id="2" creationId="{4C49BF0C-8203-2D43-63CB-50C9F071B2B1}"/>
          </ac:spMkLst>
        </pc:spChg>
      </pc:sldChg>
      <pc:sldChg chg="modSp new mod">
        <pc:chgData name="Lawrence Nundkissor" userId="9edc8a01-c790-4fdc-b1c3-63fbc5e42fa9" providerId="ADAL" clId="{D0FE8E4C-4D75-4ED1-B646-D93B882C65D6}" dt="2026-04-09T05:58:54.918" v="2342" actId="20577"/>
        <pc:sldMkLst>
          <pc:docMk/>
          <pc:sldMk cId="328825088" sldId="284"/>
        </pc:sldMkLst>
        <pc:spChg chg="mod">
          <ac:chgData name="Lawrence Nundkissor" userId="9edc8a01-c790-4fdc-b1c3-63fbc5e42fa9" providerId="ADAL" clId="{D0FE8E4C-4D75-4ED1-B646-D93B882C65D6}" dt="2026-04-09T05:58:54.918" v="2342" actId="20577"/>
          <ac:spMkLst>
            <pc:docMk/>
            <pc:sldMk cId="328825088" sldId="284"/>
            <ac:spMk id="2" creationId="{8A4A8485-886D-0267-4A6B-F94966EFB2ED}"/>
          </ac:spMkLst>
        </pc:spChg>
      </pc:sldChg>
      <pc:sldChg chg="modSp new add del mod">
        <pc:chgData name="Lawrence Nundkissor" userId="9edc8a01-c790-4fdc-b1c3-63fbc5e42fa9" providerId="ADAL" clId="{D0FE8E4C-4D75-4ED1-B646-D93B882C65D6}" dt="2026-04-24T09:58:46.069" v="7383" actId="47"/>
        <pc:sldMkLst>
          <pc:docMk/>
          <pc:sldMk cId="1089865657" sldId="285"/>
        </pc:sldMkLst>
        <pc:spChg chg="mod">
          <ac:chgData name="Lawrence Nundkissor" userId="9edc8a01-c790-4fdc-b1c3-63fbc5e42fa9" providerId="ADAL" clId="{D0FE8E4C-4D75-4ED1-B646-D93B882C65D6}" dt="2026-04-09T05:59:19.393" v="2354" actId="20577"/>
          <ac:spMkLst>
            <pc:docMk/>
            <pc:sldMk cId="1089865657" sldId="285"/>
            <ac:spMk id="2" creationId="{6DE6FFEC-4248-3049-8C3B-1BB6862466CE}"/>
          </ac:spMkLst>
        </pc:spChg>
      </pc:sldChg>
      <pc:sldChg chg="modSp new mod">
        <pc:chgData name="Lawrence Nundkissor" userId="9edc8a01-c790-4fdc-b1c3-63fbc5e42fa9" providerId="ADAL" clId="{D0FE8E4C-4D75-4ED1-B646-D93B882C65D6}" dt="2026-04-16T06:18:43.542" v="4025" actId="20577"/>
        <pc:sldMkLst>
          <pc:docMk/>
          <pc:sldMk cId="2757755641" sldId="286"/>
        </pc:sldMkLst>
        <pc:spChg chg="mod">
          <ac:chgData name="Lawrence Nundkissor" userId="9edc8a01-c790-4fdc-b1c3-63fbc5e42fa9" providerId="ADAL" clId="{D0FE8E4C-4D75-4ED1-B646-D93B882C65D6}" dt="2026-04-16T06:18:43.542" v="4025" actId="20577"/>
          <ac:spMkLst>
            <pc:docMk/>
            <pc:sldMk cId="2757755641" sldId="286"/>
            <ac:spMk id="2" creationId="{8E76D9CD-63E3-E41F-98B4-7ECA5A45685C}"/>
          </ac:spMkLst>
        </pc:spChg>
      </pc:sldChg>
      <pc:sldChg chg="modSp new mod">
        <pc:chgData name="Lawrence Nundkissor" userId="9edc8a01-c790-4fdc-b1c3-63fbc5e42fa9" providerId="ADAL" clId="{D0FE8E4C-4D75-4ED1-B646-D93B882C65D6}" dt="2026-04-09T05:59:57.669" v="2389" actId="313"/>
        <pc:sldMkLst>
          <pc:docMk/>
          <pc:sldMk cId="291249035" sldId="287"/>
        </pc:sldMkLst>
        <pc:spChg chg="mod">
          <ac:chgData name="Lawrence Nundkissor" userId="9edc8a01-c790-4fdc-b1c3-63fbc5e42fa9" providerId="ADAL" clId="{D0FE8E4C-4D75-4ED1-B646-D93B882C65D6}" dt="2026-04-09T05:59:57.669" v="2389" actId="313"/>
          <ac:spMkLst>
            <pc:docMk/>
            <pc:sldMk cId="291249035" sldId="287"/>
            <ac:spMk id="2" creationId="{36775911-CC9A-3573-FE07-7694A849DDE2}"/>
          </ac:spMkLst>
        </pc:spChg>
      </pc:sldChg>
      <pc:sldChg chg="modSp new mod">
        <pc:chgData name="Lawrence Nundkissor" userId="9edc8a01-c790-4fdc-b1c3-63fbc5e42fa9" providerId="ADAL" clId="{D0FE8E4C-4D75-4ED1-B646-D93B882C65D6}" dt="2026-04-09T06:00:28.059" v="2416" actId="20577"/>
        <pc:sldMkLst>
          <pc:docMk/>
          <pc:sldMk cId="3990109024" sldId="288"/>
        </pc:sldMkLst>
        <pc:spChg chg="mod">
          <ac:chgData name="Lawrence Nundkissor" userId="9edc8a01-c790-4fdc-b1c3-63fbc5e42fa9" providerId="ADAL" clId="{D0FE8E4C-4D75-4ED1-B646-D93B882C65D6}" dt="2026-04-09T06:00:28.059" v="2416" actId="20577"/>
          <ac:spMkLst>
            <pc:docMk/>
            <pc:sldMk cId="3990109024" sldId="288"/>
            <ac:spMk id="2" creationId="{28BABCD7-0D3E-7596-2663-A103557BD7AF}"/>
          </ac:spMkLst>
        </pc:spChg>
      </pc:sldChg>
      <pc:sldChg chg="modSp new mod ord">
        <pc:chgData name="Lawrence Nundkissor" userId="9edc8a01-c790-4fdc-b1c3-63fbc5e42fa9" providerId="ADAL" clId="{D0FE8E4C-4D75-4ED1-B646-D93B882C65D6}" dt="2026-04-09T06:02:38.527" v="2479"/>
        <pc:sldMkLst>
          <pc:docMk/>
          <pc:sldMk cId="4198860079" sldId="289"/>
        </pc:sldMkLst>
        <pc:spChg chg="mod">
          <ac:chgData name="Lawrence Nundkissor" userId="9edc8a01-c790-4fdc-b1c3-63fbc5e42fa9" providerId="ADAL" clId="{D0FE8E4C-4D75-4ED1-B646-D93B882C65D6}" dt="2026-04-09T06:02:09.109" v="2473" actId="20577"/>
          <ac:spMkLst>
            <pc:docMk/>
            <pc:sldMk cId="4198860079" sldId="289"/>
            <ac:spMk id="2" creationId="{23A264A2-29E4-5E02-8D61-D38D1F1D9F0A}"/>
          </ac:spMkLst>
        </pc:spChg>
      </pc:sldChg>
      <pc:sldChg chg="modSp new mod">
        <pc:chgData name="Lawrence Nundkissor" userId="9edc8a01-c790-4fdc-b1c3-63fbc5e42fa9" providerId="ADAL" clId="{D0FE8E4C-4D75-4ED1-B646-D93B882C65D6}" dt="2026-04-09T06:02:56.833" v="2498" actId="20577"/>
        <pc:sldMkLst>
          <pc:docMk/>
          <pc:sldMk cId="2454722242" sldId="290"/>
        </pc:sldMkLst>
        <pc:spChg chg="mod">
          <ac:chgData name="Lawrence Nundkissor" userId="9edc8a01-c790-4fdc-b1c3-63fbc5e42fa9" providerId="ADAL" clId="{D0FE8E4C-4D75-4ED1-B646-D93B882C65D6}" dt="2026-04-09T06:02:56.833" v="2498" actId="20577"/>
          <ac:spMkLst>
            <pc:docMk/>
            <pc:sldMk cId="2454722242" sldId="290"/>
            <ac:spMk id="2" creationId="{03FAF4E6-E572-DCFD-DC69-4F5F9B56B61F}"/>
          </ac:spMkLst>
        </pc:spChg>
      </pc:sldChg>
      <pc:sldChg chg="addSp modSp new mod ord">
        <pc:chgData name="Lawrence Nundkissor" userId="9edc8a01-c790-4fdc-b1c3-63fbc5e42fa9" providerId="ADAL" clId="{D0FE8E4C-4D75-4ED1-B646-D93B882C65D6}" dt="2026-04-24T11:53:11.363" v="8346"/>
        <pc:sldMkLst>
          <pc:docMk/>
          <pc:sldMk cId="556446616" sldId="291"/>
        </pc:sldMkLst>
        <pc:spChg chg="mod">
          <ac:chgData name="Lawrence Nundkissor" userId="9edc8a01-c790-4fdc-b1c3-63fbc5e42fa9" providerId="ADAL" clId="{D0FE8E4C-4D75-4ED1-B646-D93B882C65D6}" dt="2026-04-09T06:05:52.696" v="2556" actId="20577"/>
          <ac:spMkLst>
            <pc:docMk/>
            <pc:sldMk cId="556446616" sldId="291"/>
            <ac:spMk id="2" creationId="{B9948100-1E12-51F7-882E-9BA57EDBF91D}"/>
          </ac:spMkLst>
        </pc:spChg>
        <pc:spChg chg="add mod">
          <ac:chgData name="Lawrence Nundkissor" userId="9edc8a01-c790-4fdc-b1c3-63fbc5e42fa9" providerId="ADAL" clId="{D0FE8E4C-4D75-4ED1-B646-D93B882C65D6}" dt="2026-04-24T11:52:58.705" v="8344" actId="14100"/>
          <ac:spMkLst>
            <pc:docMk/>
            <pc:sldMk cId="556446616" sldId="291"/>
            <ac:spMk id="6" creationId="{97BB8AA6-EBB4-DBE8-F5C5-69F1A371836A}"/>
          </ac:spMkLst>
        </pc:spChg>
        <pc:picChg chg="add">
          <ac:chgData name="Lawrence Nundkissor" userId="9edc8a01-c790-4fdc-b1c3-63fbc5e42fa9" providerId="ADAL" clId="{D0FE8E4C-4D75-4ED1-B646-D93B882C65D6}" dt="2026-04-24T11:51:26.342" v="8242" actId="22"/>
          <ac:picMkLst>
            <pc:docMk/>
            <pc:sldMk cId="556446616" sldId="291"/>
            <ac:picMk id="5" creationId="{FF3DBC53-3143-7797-18A6-57826798DA92}"/>
          </ac:picMkLst>
        </pc:picChg>
        <pc:cxnChg chg="add">
          <ac:chgData name="Lawrence Nundkissor" userId="9edc8a01-c790-4fdc-b1c3-63fbc5e42fa9" providerId="ADAL" clId="{D0FE8E4C-4D75-4ED1-B646-D93B882C65D6}" dt="2026-04-24T11:52:41.569" v="8311" actId="11529"/>
          <ac:cxnSpMkLst>
            <pc:docMk/>
            <pc:sldMk cId="556446616" sldId="291"/>
            <ac:cxnSpMk id="8" creationId="{DEE442CA-4B8C-6387-3F5C-ADBF7E40C8A7}"/>
          </ac:cxnSpMkLst>
        </pc:cxnChg>
      </pc:sldChg>
      <pc:sldChg chg="modSp new mod">
        <pc:chgData name="Lawrence Nundkissor" userId="9edc8a01-c790-4fdc-b1c3-63fbc5e42fa9" providerId="ADAL" clId="{D0FE8E4C-4D75-4ED1-B646-D93B882C65D6}" dt="2026-04-09T06:40:15.376" v="2649" actId="20577"/>
        <pc:sldMkLst>
          <pc:docMk/>
          <pc:sldMk cId="3727699916" sldId="293"/>
        </pc:sldMkLst>
        <pc:spChg chg="mod">
          <ac:chgData name="Lawrence Nundkissor" userId="9edc8a01-c790-4fdc-b1c3-63fbc5e42fa9" providerId="ADAL" clId="{D0FE8E4C-4D75-4ED1-B646-D93B882C65D6}" dt="2026-04-09T06:40:15.376" v="2649" actId="20577"/>
          <ac:spMkLst>
            <pc:docMk/>
            <pc:sldMk cId="3727699916" sldId="293"/>
            <ac:spMk id="2" creationId="{CFF1AD38-EFEE-7FB4-619F-EF69F36E2464}"/>
          </ac:spMkLst>
        </pc:spChg>
      </pc:sldChg>
      <pc:sldChg chg="addSp delSp modSp new del mod ord">
        <pc:chgData name="Lawrence Nundkissor" userId="9edc8a01-c790-4fdc-b1c3-63fbc5e42fa9" providerId="ADAL" clId="{D0FE8E4C-4D75-4ED1-B646-D93B882C65D6}" dt="2026-04-24T06:50:00.990" v="6620" actId="2696"/>
        <pc:sldMkLst>
          <pc:docMk/>
          <pc:sldMk cId="1536209374" sldId="294"/>
        </pc:sldMkLst>
      </pc:sldChg>
      <pc:sldChg chg="addSp delSp modSp new mod ord">
        <pc:chgData name="Lawrence Nundkissor" userId="9edc8a01-c790-4fdc-b1c3-63fbc5e42fa9" providerId="ADAL" clId="{D0FE8E4C-4D75-4ED1-B646-D93B882C65D6}" dt="2026-04-24T06:49:52.737" v="6619" actId="11529"/>
        <pc:sldMkLst>
          <pc:docMk/>
          <pc:sldMk cId="3542034610" sldId="295"/>
        </pc:sldMkLst>
        <pc:spChg chg="add mod">
          <ac:chgData name="Lawrence Nundkissor" userId="9edc8a01-c790-4fdc-b1c3-63fbc5e42fa9" providerId="ADAL" clId="{D0FE8E4C-4D75-4ED1-B646-D93B882C65D6}" dt="2026-04-24T06:49:44.465" v="6618" actId="1076"/>
          <ac:spMkLst>
            <pc:docMk/>
            <pc:sldMk cId="3542034610" sldId="295"/>
            <ac:spMk id="3" creationId="{3D95AB91-F4F8-E412-58BC-A6422974D095}"/>
          </ac:spMkLst>
        </pc:spChg>
        <pc:spChg chg="add mod">
          <ac:chgData name="Lawrence Nundkissor" userId="9edc8a01-c790-4fdc-b1c3-63fbc5e42fa9" providerId="ADAL" clId="{D0FE8E4C-4D75-4ED1-B646-D93B882C65D6}" dt="2026-04-24T06:48:24.609" v="6614" actId="20577"/>
          <ac:spMkLst>
            <pc:docMk/>
            <pc:sldMk cId="3542034610" sldId="295"/>
            <ac:spMk id="6" creationId="{48DA93DE-E454-4185-E68B-FD85EB5B5980}"/>
          </ac:spMkLst>
        </pc:spChg>
        <pc:spChg chg="add mod">
          <ac:chgData name="Lawrence Nundkissor" userId="9edc8a01-c790-4fdc-b1c3-63fbc5e42fa9" providerId="ADAL" clId="{D0FE8E4C-4D75-4ED1-B646-D93B882C65D6}" dt="2026-04-24T06:48:20.931" v="6613" actId="20577"/>
          <ac:spMkLst>
            <pc:docMk/>
            <pc:sldMk cId="3542034610" sldId="295"/>
            <ac:spMk id="7" creationId="{1CE8F1D4-9288-3CB0-2C52-95AD7C1809AC}"/>
          </ac:spMkLst>
        </pc:spChg>
        <pc:picChg chg="add mod ord">
          <ac:chgData name="Lawrence Nundkissor" userId="9edc8a01-c790-4fdc-b1c3-63fbc5e42fa9" providerId="ADAL" clId="{D0FE8E4C-4D75-4ED1-B646-D93B882C65D6}" dt="2026-04-15T12:11:49.461" v="3079" actId="14100"/>
          <ac:picMkLst>
            <pc:docMk/>
            <pc:sldMk cId="3542034610" sldId="295"/>
            <ac:picMk id="5" creationId="{1BF1B900-284E-4BD9-4B04-AB15229BFF9E}"/>
          </ac:picMkLst>
        </pc:picChg>
        <pc:picChg chg="add mod">
          <ac:chgData name="Lawrence Nundkissor" userId="9edc8a01-c790-4fdc-b1c3-63fbc5e42fa9" providerId="ADAL" clId="{D0FE8E4C-4D75-4ED1-B646-D93B882C65D6}" dt="2026-04-15T12:14:19.644" v="3108" actId="14100"/>
          <ac:picMkLst>
            <pc:docMk/>
            <pc:sldMk cId="3542034610" sldId="295"/>
            <ac:picMk id="10" creationId="{B3D2FDC7-BF3E-FBFC-2739-C4CACAD4D7CD}"/>
          </ac:picMkLst>
        </pc:picChg>
        <pc:cxnChg chg="add">
          <ac:chgData name="Lawrence Nundkissor" userId="9edc8a01-c790-4fdc-b1c3-63fbc5e42fa9" providerId="ADAL" clId="{D0FE8E4C-4D75-4ED1-B646-D93B882C65D6}" dt="2026-04-22T09:37:16.841" v="5829" actId="11529"/>
          <ac:cxnSpMkLst>
            <pc:docMk/>
            <pc:sldMk cId="3542034610" sldId="295"/>
            <ac:cxnSpMk id="4" creationId="{8598F114-C018-53F9-82AF-EBBD5537D8A5}"/>
          </ac:cxnSpMkLst>
        </pc:cxnChg>
        <pc:cxnChg chg="add mod">
          <ac:chgData name="Lawrence Nundkissor" userId="9edc8a01-c790-4fdc-b1c3-63fbc5e42fa9" providerId="ADAL" clId="{D0FE8E4C-4D75-4ED1-B646-D93B882C65D6}" dt="2026-04-23T08:38:32.307" v="6286" actId="14100"/>
          <ac:cxnSpMkLst>
            <pc:docMk/>
            <pc:sldMk cId="3542034610" sldId="295"/>
            <ac:cxnSpMk id="8" creationId="{84EA5AD9-0F03-FFB0-3D3D-79680F20B0F8}"/>
          </ac:cxnSpMkLst>
        </pc:cxnChg>
        <pc:cxnChg chg="add">
          <ac:chgData name="Lawrence Nundkissor" userId="9edc8a01-c790-4fdc-b1c3-63fbc5e42fa9" providerId="ADAL" clId="{D0FE8E4C-4D75-4ED1-B646-D93B882C65D6}" dt="2026-04-24T06:49:52.737" v="6619" actId="11529"/>
          <ac:cxnSpMkLst>
            <pc:docMk/>
            <pc:sldMk cId="3542034610" sldId="295"/>
            <ac:cxnSpMk id="11" creationId="{1A354844-B3B8-3DC2-7100-9DCB81E3472B}"/>
          </ac:cxnSpMkLst>
        </pc:cxnChg>
        <pc:cxnChg chg="add mod">
          <ac:chgData name="Lawrence Nundkissor" userId="9edc8a01-c790-4fdc-b1c3-63fbc5e42fa9" providerId="ADAL" clId="{D0FE8E4C-4D75-4ED1-B646-D93B882C65D6}" dt="2026-04-23T08:38:30.297" v="6285" actId="14100"/>
          <ac:cxnSpMkLst>
            <pc:docMk/>
            <pc:sldMk cId="3542034610" sldId="295"/>
            <ac:cxnSpMk id="12" creationId="{1454685B-77F7-D338-72DE-A8F42876C8D1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2T12:37:25.072" v="5929" actId="11529"/>
        <pc:sldMkLst>
          <pc:docMk/>
          <pc:sldMk cId="4207139683" sldId="297"/>
        </pc:sldMkLst>
        <pc:spChg chg="add mod">
          <ac:chgData name="Lawrence Nundkissor" userId="9edc8a01-c790-4fdc-b1c3-63fbc5e42fa9" providerId="ADAL" clId="{D0FE8E4C-4D75-4ED1-B646-D93B882C65D6}" dt="2026-04-22T09:21:03.320" v="5680" actId="6549"/>
          <ac:spMkLst>
            <pc:docMk/>
            <pc:sldMk cId="4207139683" sldId="297"/>
            <ac:spMk id="8" creationId="{7A66A531-36A6-1D81-2DE8-A3BB831DE9A2}"/>
          </ac:spMkLst>
        </pc:spChg>
        <pc:picChg chg="add mod">
          <ac:chgData name="Lawrence Nundkissor" userId="9edc8a01-c790-4fdc-b1c3-63fbc5e42fa9" providerId="ADAL" clId="{D0FE8E4C-4D75-4ED1-B646-D93B882C65D6}" dt="2026-04-15T12:18:39.490" v="3177" actId="14100"/>
          <ac:picMkLst>
            <pc:docMk/>
            <pc:sldMk cId="4207139683" sldId="297"/>
            <ac:picMk id="5" creationId="{9E17E8D9-9173-04C0-879A-26324C83E262}"/>
          </ac:picMkLst>
        </pc:picChg>
        <pc:cxnChg chg="add">
          <ac:chgData name="Lawrence Nundkissor" userId="9edc8a01-c790-4fdc-b1c3-63fbc5e42fa9" providerId="ADAL" clId="{D0FE8E4C-4D75-4ED1-B646-D93B882C65D6}" dt="2026-04-22T12:37:25.072" v="5929" actId="11529"/>
          <ac:cxnSpMkLst>
            <pc:docMk/>
            <pc:sldMk cId="4207139683" sldId="297"/>
            <ac:cxnSpMk id="6" creationId="{273FC1CD-BFB4-683F-9A05-5A954DDE0B7F}"/>
          </ac:cxnSpMkLst>
        </pc:cxnChg>
        <pc:cxnChg chg="add">
          <ac:chgData name="Lawrence Nundkissor" userId="9edc8a01-c790-4fdc-b1c3-63fbc5e42fa9" providerId="ADAL" clId="{D0FE8E4C-4D75-4ED1-B646-D93B882C65D6}" dt="2026-04-15T12:19:21.947" v="3178" actId="11529"/>
          <ac:cxnSpMkLst>
            <pc:docMk/>
            <pc:sldMk cId="4207139683" sldId="297"/>
            <ac:cxnSpMk id="7" creationId="{2DDC5F53-8E0A-C4FE-8DCE-652C072E01A7}"/>
          </ac:cxnSpMkLst>
        </pc:cxnChg>
      </pc:sldChg>
      <pc:sldChg chg="modSp new mod">
        <pc:chgData name="Lawrence Nundkissor" userId="9edc8a01-c790-4fdc-b1c3-63fbc5e42fa9" providerId="ADAL" clId="{D0FE8E4C-4D75-4ED1-B646-D93B882C65D6}" dt="2026-04-22T09:12:19.392" v="5348" actId="20577"/>
        <pc:sldMkLst>
          <pc:docMk/>
          <pc:sldMk cId="3287580606" sldId="298"/>
        </pc:sldMkLst>
        <pc:spChg chg="mod">
          <ac:chgData name="Lawrence Nundkissor" userId="9edc8a01-c790-4fdc-b1c3-63fbc5e42fa9" providerId="ADAL" clId="{D0FE8E4C-4D75-4ED1-B646-D93B882C65D6}" dt="2026-04-22T09:12:19.392" v="5348" actId="20577"/>
          <ac:spMkLst>
            <pc:docMk/>
            <pc:sldMk cId="3287580606" sldId="298"/>
            <ac:spMk id="2" creationId="{99CA21B8-1436-83E3-5629-C92F0DE4C325}"/>
          </ac:spMkLst>
        </pc:spChg>
      </pc:sldChg>
      <pc:sldChg chg="delSp modSp new mod">
        <pc:chgData name="Lawrence Nundkissor" userId="9edc8a01-c790-4fdc-b1c3-63fbc5e42fa9" providerId="ADAL" clId="{D0FE8E4C-4D75-4ED1-B646-D93B882C65D6}" dt="2026-04-16T05:25:00.867" v="3730" actId="20577"/>
        <pc:sldMkLst>
          <pc:docMk/>
          <pc:sldMk cId="415882251" sldId="299"/>
        </pc:sldMkLst>
        <pc:spChg chg="mod">
          <ac:chgData name="Lawrence Nundkissor" userId="9edc8a01-c790-4fdc-b1c3-63fbc5e42fa9" providerId="ADAL" clId="{D0FE8E4C-4D75-4ED1-B646-D93B882C65D6}" dt="2026-04-16T05:25:00.867" v="3730" actId="20577"/>
          <ac:spMkLst>
            <pc:docMk/>
            <pc:sldMk cId="415882251" sldId="299"/>
            <ac:spMk id="3" creationId="{655C8DC1-09CC-51AF-A75C-B6AEC5FCC65F}"/>
          </ac:spMkLst>
        </pc:spChg>
      </pc:sldChg>
      <pc:sldChg chg="addSp modSp new mod">
        <pc:chgData name="Lawrence Nundkissor" userId="9edc8a01-c790-4fdc-b1c3-63fbc5e42fa9" providerId="ADAL" clId="{D0FE8E4C-4D75-4ED1-B646-D93B882C65D6}" dt="2026-04-22T09:44:27.927" v="5911" actId="20577"/>
        <pc:sldMkLst>
          <pc:docMk/>
          <pc:sldMk cId="1037461100" sldId="301"/>
        </pc:sldMkLst>
        <pc:spChg chg="add mod">
          <ac:chgData name="Lawrence Nundkissor" userId="9edc8a01-c790-4fdc-b1c3-63fbc5e42fa9" providerId="ADAL" clId="{D0FE8E4C-4D75-4ED1-B646-D93B882C65D6}" dt="2026-04-16T05:34:55.501" v="3812" actId="14100"/>
          <ac:spMkLst>
            <pc:docMk/>
            <pc:sldMk cId="1037461100" sldId="301"/>
            <ac:spMk id="6" creationId="{0BD9DE94-9180-4C11-2742-72F918F583C5}"/>
          </ac:spMkLst>
        </pc:spChg>
        <pc:spChg chg="add mod">
          <ac:chgData name="Lawrence Nundkissor" userId="9edc8a01-c790-4fdc-b1c3-63fbc5e42fa9" providerId="ADAL" clId="{D0FE8E4C-4D75-4ED1-B646-D93B882C65D6}" dt="2026-04-22T09:44:27.927" v="5911" actId="20577"/>
          <ac:spMkLst>
            <pc:docMk/>
            <pc:sldMk cId="1037461100" sldId="301"/>
            <ac:spMk id="9" creationId="{1045AAF0-387A-60F4-F05E-7526E0D401F0}"/>
          </ac:spMkLst>
        </pc:spChg>
        <pc:spChg chg="add mod">
          <ac:chgData name="Lawrence Nundkissor" userId="9edc8a01-c790-4fdc-b1c3-63fbc5e42fa9" providerId="ADAL" clId="{D0FE8E4C-4D75-4ED1-B646-D93B882C65D6}" dt="2026-04-16T06:13:00.184" v="4006" actId="1076"/>
          <ac:spMkLst>
            <pc:docMk/>
            <pc:sldMk cId="1037461100" sldId="301"/>
            <ac:spMk id="15" creationId="{D9822318-5D8C-E40D-DA76-008D518C4566}"/>
          </ac:spMkLst>
        </pc:spChg>
        <pc:spChg chg="add mod">
          <ac:chgData name="Lawrence Nundkissor" userId="9edc8a01-c790-4fdc-b1c3-63fbc5e42fa9" providerId="ADAL" clId="{D0FE8E4C-4D75-4ED1-B646-D93B882C65D6}" dt="2026-04-16T06:13:03.679" v="4007" actId="1076"/>
          <ac:spMkLst>
            <pc:docMk/>
            <pc:sldMk cId="1037461100" sldId="301"/>
            <ac:spMk id="16" creationId="{E4CA6CE6-4E1A-162C-AF09-3822D989C3BD}"/>
          </ac:spMkLst>
        </pc:spChg>
        <pc:spChg chg="add mod">
          <ac:chgData name="Lawrence Nundkissor" userId="9edc8a01-c790-4fdc-b1c3-63fbc5e42fa9" providerId="ADAL" clId="{D0FE8E4C-4D75-4ED1-B646-D93B882C65D6}" dt="2026-04-16T06:13:35.612" v="4014" actId="6549"/>
          <ac:spMkLst>
            <pc:docMk/>
            <pc:sldMk cId="1037461100" sldId="301"/>
            <ac:spMk id="18" creationId="{40E43C0A-59EE-BD43-DCDB-B55FE6BF179E}"/>
          </ac:spMkLst>
        </pc:spChg>
        <pc:spChg chg="add mod">
          <ac:chgData name="Lawrence Nundkissor" userId="9edc8a01-c790-4fdc-b1c3-63fbc5e42fa9" providerId="ADAL" clId="{D0FE8E4C-4D75-4ED1-B646-D93B882C65D6}" dt="2026-04-16T06:13:39.615" v="4015" actId="6549"/>
          <ac:spMkLst>
            <pc:docMk/>
            <pc:sldMk cId="1037461100" sldId="301"/>
            <ac:spMk id="19" creationId="{790556C8-ABEC-E5AA-DCA7-B5FF3C572AC7}"/>
          </ac:spMkLst>
        </pc:spChg>
        <pc:picChg chg="add mod">
          <ac:chgData name="Lawrence Nundkissor" userId="9edc8a01-c790-4fdc-b1c3-63fbc5e42fa9" providerId="ADAL" clId="{D0FE8E4C-4D75-4ED1-B646-D93B882C65D6}" dt="2026-04-16T06:13:27.807" v="4012" actId="1076"/>
          <ac:picMkLst>
            <pc:docMk/>
            <pc:sldMk cId="1037461100" sldId="301"/>
            <ac:picMk id="5" creationId="{127FE306-5378-F245-FE26-D0919E1A2FFD}"/>
          </ac:picMkLst>
        </pc:picChg>
        <pc:cxnChg chg="add">
          <ac:chgData name="Lawrence Nundkissor" userId="9edc8a01-c790-4fdc-b1c3-63fbc5e42fa9" providerId="ADAL" clId="{D0FE8E4C-4D75-4ED1-B646-D93B882C65D6}" dt="2026-04-16T05:35:12.207" v="3813" actId="11529"/>
          <ac:cxnSpMkLst>
            <pc:docMk/>
            <pc:sldMk cId="1037461100" sldId="301"/>
            <ac:cxnSpMk id="8" creationId="{DBF9E73E-8A26-2D9E-CC69-654382AB9F88}"/>
          </ac:cxnSpMkLst>
        </pc:cxnChg>
        <pc:cxnChg chg="add mod">
          <ac:chgData name="Lawrence Nundkissor" userId="9edc8a01-c790-4fdc-b1c3-63fbc5e42fa9" providerId="ADAL" clId="{D0FE8E4C-4D75-4ED1-B646-D93B882C65D6}" dt="2026-04-16T06:13:43.996" v="4016" actId="14100"/>
          <ac:cxnSpMkLst>
            <pc:docMk/>
            <pc:sldMk cId="1037461100" sldId="301"/>
            <ac:cxnSpMk id="11" creationId="{2285AEE1-B054-D8C4-16AA-09E12793D4B9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16T06:25:18.692" v="4208" actId="13822"/>
        <pc:sldMkLst>
          <pc:docMk/>
          <pc:sldMk cId="1854402111" sldId="302"/>
        </pc:sldMkLst>
        <pc:spChg chg="add mod">
          <ac:chgData name="Lawrence Nundkissor" userId="9edc8a01-c790-4fdc-b1c3-63fbc5e42fa9" providerId="ADAL" clId="{D0FE8E4C-4D75-4ED1-B646-D93B882C65D6}" dt="2026-04-16T06:25:06.681" v="4206" actId="20577"/>
          <ac:spMkLst>
            <pc:docMk/>
            <pc:sldMk cId="1854402111" sldId="302"/>
            <ac:spMk id="7" creationId="{3D457FEB-3F5D-D301-CEF2-B3389C268E65}"/>
          </ac:spMkLst>
        </pc:spChg>
        <pc:spChg chg="add mod">
          <ac:chgData name="Lawrence Nundkissor" userId="9edc8a01-c790-4fdc-b1c3-63fbc5e42fa9" providerId="ADAL" clId="{D0FE8E4C-4D75-4ED1-B646-D93B882C65D6}" dt="2026-04-16T06:25:18.692" v="4208" actId="13822"/>
          <ac:spMkLst>
            <pc:docMk/>
            <pc:sldMk cId="1854402111" sldId="302"/>
            <ac:spMk id="10" creationId="{CEA7E9C4-876B-AEF7-D313-B7AFB264CACD}"/>
          </ac:spMkLst>
        </pc:spChg>
        <pc:picChg chg="add mod">
          <ac:chgData name="Lawrence Nundkissor" userId="9edc8a01-c790-4fdc-b1c3-63fbc5e42fa9" providerId="ADAL" clId="{D0FE8E4C-4D75-4ED1-B646-D93B882C65D6}" dt="2026-04-16T06:21:37.336" v="4039" actId="14100"/>
          <ac:picMkLst>
            <pc:docMk/>
            <pc:sldMk cId="1854402111" sldId="302"/>
            <ac:picMk id="4" creationId="{64F2C0DD-900C-3F72-10DC-0671E249833D}"/>
          </ac:picMkLst>
        </pc:picChg>
        <pc:picChg chg="add mod">
          <ac:chgData name="Lawrence Nundkissor" userId="9edc8a01-c790-4fdc-b1c3-63fbc5e42fa9" providerId="ADAL" clId="{D0FE8E4C-4D75-4ED1-B646-D93B882C65D6}" dt="2026-04-16T06:21:30.951" v="4038" actId="1076"/>
          <ac:picMkLst>
            <pc:docMk/>
            <pc:sldMk cId="1854402111" sldId="302"/>
            <ac:picMk id="6" creationId="{0B5C4CFB-AE27-56D1-A531-70DE1BECAEE9}"/>
          </ac:picMkLst>
        </pc:picChg>
      </pc:sldChg>
      <pc:sldChg chg="addSp delSp modSp new mod">
        <pc:chgData name="Lawrence Nundkissor" userId="9edc8a01-c790-4fdc-b1c3-63fbc5e42fa9" providerId="ADAL" clId="{D0FE8E4C-4D75-4ED1-B646-D93B882C65D6}" dt="2026-04-24T10:57:39.992" v="7623" actId="20577"/>
        <pc:sldMkLst>
          <pc:docMk/>
          <pc:sldMk cId="195759587" sldId="303"/>
        </pc:sldMkLst>
        <pc:spChg chg="add mod">
          <ac:chgData name="Lawrence Nundkissor" userId="9edc8a01-c790-4fdc-b1c3-63fbc5e42fa9" providerId="ADAL" clId="{D0FE8E4C-4D75-4ED1-B646-D93B882C65D6}" dt="2026-04-16T06:46:52.948" v="4271" actId="14100"/>
          <ac:spMkLst>
            <pc:docMk/>
            <pc:sldMk cId="195759587" sldId="303"/>
            <ac:spMk id="6" creationId="{D54948AA-D1E0-486B-A85A-A94E7FA7C653}"/>
          </ac:spMkLst>
        </pc:spChg>
        <pc:spChg chg="add mod">
          <ac:chgData name="Lawrence Nundkissor" userId="9edc8a01-c790-4fdc-b1c3-63fbc5e42fa9" providerId="ADAL" clId="{D0FE8E4C-4D75-4ED1-B646-D93B882C65D6}" dt="2026-04-24T10:02:42.819" v="7419" actId="20577"/>
          <ac:spMkLst>
            <pc:docMk/>
            <pc:sldMk cId="195759587" sldId="303"/>
            <ac:spMk id="7" creationId="{6A7E8629-2304-B4AE-EE71-22BEFC6EDDBE}"/>
          </ac:spMkLst>
        </pc:spChg>
        <pc:spChg chg="add mod">
          <ac:chgData name="Lawrence Nundkissor" userId="9edc8a01-c790-4fdc-b1c3-63fbc5e42fa9" providerId="ADAL" clId="{D0FE8E4C-4D75-4ED1-B646-D93B882C65D6}" dt="2026-04-24T10:56:02.759" v="7576" actId="1076"/>
          <ac:spMkLst>
            <pc:docMk/>
            <pc:sldMk cId="195759587" sldId="303"/>
            <ac:spMk id="9" creationId="{027FD367-687C-EA4C-92CF-6BAFE708839E}"/>
          </ac:spMkLst>
        </pc:spChg>
        <pc:spChg chg="add mod">
          <ac:chgData name="Lawrence Nundkissor" userId="9edc8a01-c790-4fdc-b1c3-63fbc5e42fa9" providerId="ADAL" clId="{D0FE8E4C-4D75-4ED1-B646-D93B882C65D6}" dt="2026-04-24T10:56:41.200" v="7591" actId="14100"/>
          <ac:spMkLst>
            <pc:docMk/>
            <pc:sldMk cId="195759587" sldId="303"/>
            <ac:spMk id="14" creationId="{2BD0B4A0-9484-DB55-E764-2DD36A926AF2}"/>
          </ac:spMkLst>
        </pc:spChg>
        <pc:spChg chg="add mod">
          <ac:chgData name="Lawrence Nundkissor" userId="9edc8a01-c790-4fdc-b1c3-63fbc5e42fa9" providerId="ADAL" clId="{D0FE8E4C-4D75-4ED1-B646-D93B882C65D6}" dt="2026-04-24T10:57:32.696" v="7611" actId="1076"/>
          <ac:spMkLst>
            <pc:docMk/>
            <pc:sldMk cId="195759587" sldId="303"/>
            <ac:spMk id="16" creationId="{DAF8F0BE-2797-3EA5-D825-E33D4DB09AB5}"/>
          </ac:spMkLst>
        </pc:spChg>
        <pc:spChg chg="add mod">
          <ac:chgData name="Lawrence Nundkissor" userId="9edc8a01-c790-4fdc-b1c3-63fbc5e42fa9" providerId="ADAL" clId="{D0FE8E4C-4D75-4ED1-B646-D93B882C65D6}" dt="2026-04-24T10:57:39.992" v="7623" actId="20577"/>
          <ac:spMkLst>
            <pc:docMk/>
            <pc:sldMk cId="195759587" sldId="303"/>
            <ac:spMk id="17" creationId="{61AB314B-217E-FB50-8DFB-0EE1419DE743}"/>
          </ac:spMkLst>
        </pc:spChg>
        <pc:spChg chg="add mod">
          <ac:chgData name="Lawrence Nundkissor" userId="9edc8a01-c790-4fdc-b1c3-63fbc5e42fa9" providerId="ADAL" clId="{D0FE8E4C-4D75-4ED1-B646-D93B882C65D6}" dt="2026-04-24T10:01:38.955" v="7388" actId="20577"/>
          <ac:spMkLst>
            <pc:docMk/>
            <pc:sldMk cId="195759587" sldId="303"/>
            <ac:spMk id="19" creationId="{E2521CB0-DBD1-E101-1D19-F6DAFA8ADE12}"/>
          </ac:spMkLst>
        </pc:spChg>
        <pc:spChg chg="add mod">
          <ac:chgData name="Lawrence Nundkissor" userId="9edc8a01-c790-4fdc-b1c3-63fbc5e42fa9" providerId="ADAL" clId="{D0FE8E4C-4D75-4ED1-B646-D93B882C65D6}" dt="2026-04-24T10:05:20.836" v="7475" actId="14100"/>
          <ac:spMkLst>
            <pc:docMk/>
            <pc:sldMk cId="195759587" sldId="303"/>
            <ac:spMk id="26" creationId="{9D7D53FA-485E-0205-69B1-E559627B614F}"/>
          </ac:spMkLst>
        </pc:spChg>
        <pc:picChg chg="add mod">
          <ac:chgData name="Lawrence Nundkissor" userId="9edc8a01-c790-4fdc-b1c3-63fbc5e42fa9" providerId="ADAL" clId="{D0FE8E4C-4D75-4ED1-B646-D93B882C65D6}" dt="2026-04-24T10:57:29.565" v="7610" actId="1076"/>
          <ac:picMkLst>
            <pc:docMk/>
            <pc:sldMk cId="195759587" sldId="303"/>
            <ac:picMk id="5" creationId="{D2BC974C-537E-D446-D3A8-3B7F35EE026D}"/>
          </ac:picMkLst>
        </pc:picChg>
        <pc:picChg chg="add mod">
          <ac:chgData name="Lawrence Nundkissor" userId="9edc8a01-c790-4fdc-b1c3-63fbc5e42fa9" providerId="ADAL" clId="{D0FE8E4C-4D75-4ED1-B646-D93B882C65D6}" dt="2026-04-16T07:37:46.779" v="4314" actId="1076"/>
          <ac:picMkLst>
            <pc:docMk/>
            <pc:sldMk cId="195759587" sldId="303"/>
            <ac:picMk id="15" creationId="{FC5FA0E1-39C2-1690-7789-B0710B52CF67}"/>
          </ac:picMkLst>
        </pc:picChg>
        <pc:cxnChg chg="add">
          <ac:chgData name="Lawrence Nundkissor" userId="9edc8a01-c790-4fdc-b1c3-63fbc5e42fa9" providerId="ADAL" clId="{D0FE8E4C-4D75-4ED1-B646-D93B882C65D6}" dt="2026-04-16T06:46:59.957" v="4272" actId="11529"/>
          <ac:cxnSpMkLst>
            <pc:docMk/>
            <pc:sldMk cId="195759587" sldId="303"/>
            <ac:cxnSpMk id="8" creationId="{11B46BCC-DD50-BE6C-EAD4-4D300E4490E0}"/>
          </ac:cxnSpMkLst>
        </pc:cxnChg>
        <pc:cxnChg chg="add">
          <ac:chgData name="Lawrence Nundkissor" userId="9edc8a01-c790-4fdc-b1c3-63fbc5e42fa9" providerId="ADAL" clId="{D0FE8E4C-4D75-4ED1-B646-D93B882C65D6}" dt="2026-04-16T07:31:04.120" v="4275" actId="11529"/>
          <ac:cxnSpMkLst>
            <pc:docMk/>
            <pc:sldMk cId="195759587" sldId="303"/>
            <ac:cxnSpMk id="11" creationId="{A826840A-2436-00DF-2C14-B7C2EDD4B38F}"/>
          </ac:cxnSpMkLst>
        </pc:cxnChg>
        <pc:cxnChg chg="add">
          <ac:chgData name="Lawrence Nundkissor" userId="9edc8a01-c790-4fdc-b1c3-63fbc5e42fa9" providerId="ADAL" clId="{D0FE8E4C-4D75-4ED1-B646-D93B882C65D6}" dt="2026-04-24T10:56:12.970" v="7577" actId="11529"/>
          <ac:cxnSpMkLst>
            <pc:docMk/>
            <pc:sldMk cId="195759587" sldId="303"/>
            <ac:cxnSpMk id="12" creationId="{6F3374D5-C2BD-6989-E17C-0979CF7086A0}"/>
          </ac:cxnSpMkLst>
        </pc:cxnChg>
        <pc:cxnChg chg="add mod">
          <ac:chgData name="Lawrence Nundkissor" userId="9edc8a01-c790-4fdc-b1c3-63fbc5e42fa9" providerId="ADAL" clId="{D0FE8E4C-4D75-4ED1-B646-D93B882C65D6}" dt="2026-04-16T07:37:44.752" v="4313" actId="14100"/>
          <ac:cxnSpMkLst>
            <pc:docMk/>
            <pc:sldMk cId="195759587" sldId="303"/>
            <ac:cxnSpMk id="13" creationId="{A7E05131-17D1-DA6D-CAEE-0DB2F04A4564}"/>
          </ac:cxnSpMkLst>
        </pc:cxnChg>
        <pc:cxnChg chg="add mod">
          <ac:chgData name="Lawrence Nundkissor" userId="9edc8a01-c790-4fdc-b1c3-63fbc5e42fa9" providerId="ADAL" clId="{D0FE8E4C-4D75-4ED1-B646-D93B882C65D6}" dt="2026-04-24T10:57:29.565" v="7610" actId="1076"/>
          <ac:cxnSpMkLst>
            <pc:docMk/>
            <pc:sldMk cId="195759587" sldId="303"/>
            <ac:cxnSpMk id="24" creationId="{B08D0A01-505A-A661-E55F-507FA29044B3}"/>
          </ac:cxnSpMkLst>
        </pc:cxnChg>
        <pc:cxnChg chg="add mod">
          <ac:chgData name="Lawrence Nundkissor" userId="9edc8a01-c790-4fdc-b1c3-63fbc5e42fa9" providerId="ADAL" clId="{D0FE8E4C-4D75-4ED1-B646-D93B882C65D6}" dt="2026-04-24T10:57:29.565" v="7610" actId="1076"/>
          <ac:cxnSpMkLst>
            <pc:docMk/>
            <pc:sldMk cId="195759587" sldId="303"/>
            <ac:cxnSpMk id="28" creationId="{CAF5AE8F-CBD1-88C0-FD4C-9D5F4CB5C918}"/>
          </ac:cxnSpMkLst>
        </pc:cxnChg>
        <pc:cxnChg chg="add mod">
          <ac:chgData name="Lawrence Nundkissor" userId="9edc8a01-c790-4fdc-b1c3-63fbc5e42fa9" providerId="ADAL" clId="{D0FE8E4C-4D75-4ED1-B646-D93B882C65D6}" dt="2026-04-24T10:01:36.211" v="7384" actId="14100"/>
          <ac:cxnSpMkLst>
            <pc:docMk/>
            <pc:sldMk cId="195759587" sldId="303"/>
            <ac:cxnSpMk id="32" creationId="{724C5B5A-81FA-0347-D3FB-D74C2AD953C1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4T11:31:55.699" v="7932" actId="1076"/>
        <pc:sldMkLst>
          <pc:docMk/>
          <pc:sldMk cId="4266084610" sldId="304"/>
        </pc:sldMkLst>
        <pc:spChg chg="add mod">
          <ac:chgData name="Lawrence Nundkissor" userId="9edc8a01-c790-4fdc-b1c3-63fbc5e42fa9" providerId="ADAL" clId="{D0FE8E4C-4D75-4ED1-B646-D93B882C65D6}" dt="2026-04-24T11:31:55.699" v="7932" actId="1076"/>
          <ac:spMkLst>
            <pc:docMk/>
            <pc:sldMk cId="4266084610" sldId="304"/>
            <ac:spMk id="16" creationId="{03F73107-4FD7-089F-BAA1-E2C2AC2BD1FD}"/>
          </ac:spMkLst>
        </pc:spChg>
        <pc:picChg chg="add mod">
          <ac:chgData name="Lawrence Nundkissor" userId="9edc8a01-c790-4fdc-b1c3-63fbc5e42fa9" providerId="ADAL" clId="{D0FE8E4C-4D75-4ED1-B646-D93B882C65D6}" dt="2026-04-17T18:55:10.734" v="4409" actId="1076"/>
          <ac:picMkLst>
            <pc:docMk/>
            <pc:sldMk cId="4266084610" sldId="304"/>
            <ac:picMk id="9" creationId="{098FF7C6-5CCA-1C45-1615-D93705000287}"/>
          </ac:picMkLst>
        </pc:picChg>
        <pc:picChg chg="add mod ord">
          <ac:chgData name="Lawrence Nundkissor" userId="9edc8a01-c790-4fdc-b1c3-63fbc5e42fa9" providerId="ADAL" clId="{D0FE8E4C-4D75-4ED1-B646-D93B882C65D6}" dt="2026-04-17T18:56:12.383" v="4417" actId="14100"/>
          <ac:picMkLst>
            <pc:docMk/>
            <pc:sldMk cId="4266084610" sldId="304"/>
            <ac:picMk id="13" creationId="{FD2921F4-3F07-4424-A1A3-5CA76ACECBF4}"/>
          </ac:picMkLst>
        </pc:picChg>
        <pc:cxnChg chg="add mod">
          <ac:chgData name="Lawrence Nundkissor" userId="9edc8a01-c790-4fdc-b1c3-63fbc5e42fa9" providerId="ADAL" clId="{D0FE8E4C-4D75-4ED1-B646-D93B882C65D6}" dt="2026-04-17T18:56:34.899" v="4419" actId="14100"/>
          <ac:cxnSpMkLst>
            <pc:docMk/>
            <pc:sldMk cId="4266084610" sldId="304"/>
            <ac:cxnSpMk id="11" creationId="{5A4E9D28-31B1-DFEA-E013-65F223056564}"/>
          </ac:cxnSpMkLst>
        </pc:cxnChg>
      </pc:sldChg>
      <pc:sldChg chg="modSp new mod">
        <pc:chgData name="Lawrence Nundkissor" userId="9edc8a01-c790-4fdc-b1c3-63fbc5e42fa9" providerId="ADAL" clId="{D0FE8E4C-4D75-4ED1-B646-D93B882C65D6}" dt="2026-04-20T04:37:25.235" v="4935" actId="12"/>
        <pc:sldMkLst>
          <pc:docMk/>
          <pc:sldMk cId="3054290860" sldId="305"/>
        </pc:sldMkLst>
        <pc:spChg chg="mod">
          <ac:chgData name="Lawrence Nundkissor" userId="9edc8a01-c790-4fdc-b1c3-63fbc5e42fa9" providerId="ADAL" clId="{D0FE8E4C-4D75-4ED1-B646-D93B882C65D6}" dt="2026-04-20T04:37:25.235" v="4935" actId="12"/>
          <ac:spMkLst>
            <pc:docMk/>
            <pc:sldMk cId="3054290860" sldId="305"/>
            <ac:spMk id="3" creationId="{5D12AE77-193A-3AA8-1A61-F3EB0B7042F5}"/>
          </ac:spMkLst>
        </pc:spChg>
      </pc:sldChg>
      <pc:sldChg chg="addSp delSp modSp new mod">
        <pc:chgData name="Lawrence Nundkissor" userId="9edc8a01-c790-4fdc-b1c3-63fbc5e42fa9" providerId="ADAL" clId="{D0FE8E4C-4D75-4ED1-B646-D93B882C65D6}" dt="2026-04-18T10:06:05.206" v="4817" actId="11529"/>
        <pc:sldMkLst>
          <pc:docMk/>
          <pc:sldMk cId="3492291969" sldId="306"/>
        </pc:sldMkLst>
        <pc:spChg chg="add mod">
          <ac:chgData name="Lawrence Nundkissor" userId="9edc8a01-c790-4fdc-b1c3-63fbc5e42fa9" providerId="ADAL" clId="{D0FE8E4C-4D75-4ED1-B646-D93B882C65D6}" dt="2026-04-18T10:05:31.784" v="4812" actId="20577"/>
          <ac:spMkLst>
            <pc:docMk/>
            <pc:sldMk cId="3492291969" sldId="306"/>
            <ac:spMk id="8" creationId="{02566FF0-80E0-38A2-7C75-BE82A7A5EA95}"/>
          </ac:spMkLst>
        </pc:spChg>
        <pc:picChg chg="add mod">
          <ac:chgData name="Lawrence Nundkissor" userId="9edc8a01-c790-4fdc-b1c3-63fbc5e42fa9" providerId="ADAL" clId="{D0FE8E4C-4D75-4ED1-B646-D93B882C65D6}" dt="2026-04-18T10:03:42.651" v="4621" actId="14100"/>
          <ac:picMkLst>
            <pc:docMk/>
            <pc:sldMk cId="3492291969" sldId="306"/>
            <ac:picMk id="5" creationId="{4916D931-D235-FDE5-17BB-04C2B1999CD9}"/>
          </ac:picMkLst>
        </pc:picChg>
        <pc:picChg chg="add mod ord">
          <ac:chgData name="Lawrence Nundkissor" userId="9edc8a01-c790-4fdc-b1c3-63fbc5e42fa9" providerId="ADAL" clId="{D0FE8E4C-4D75-4ED1-B646-D93B882C65D6}" dt="2026-04-18T10:03:38.007" v="4619" actId="14100"/>
          <ac:picMkLst>
            <pc:docMk/>
            <pc:sldMk cId="3492291969" sldId="306"/>
            <ac:picMk id="7" creationId="{6A4D12A0-09A7-B7DB-362F-472A0219D0E5}"/>
          </ac:picMkLst>
        </pc:picChg>
        <pc:cxnChg chg="add mod">
          <ac:chgData name="Lawrence Nundkissor" userId="9edc8a01-c790-4fdc-b1c3-63fbc5e42fa9" providerId="ADAL" clId="{D0FE8E4C-4D75-4ED1-B646-D93B882C65D6}" dt="2026-04-18T10:05:57.211" v="4816" actId="14100"/>
          <ac:cxnSpMkLst>
            <pc:docMk/>
            <pc:sldMk cId="3492291969" sldId="306"/>
            <ac:cxnSpMk id="10" creationId="{F09AEC53-AD3B-2A2E-3B52-D03F20450DCD}"/>
          </ac:cxnSpMkLst>
        </pc:cxnChg>
        <pc:cxnChg chg="add">
          <ac:chgData name="Lawrence Nundkissor" userId="9edc8a01-c790-4fdc-b1c3-63fbc5e42fa9" providerId="ADAL" clId="{D0FE8E4C-4D75-4ED1-B646-D93B882C65D6}" dt="2026-04-18T10:06:05.206" v="4817" actId="11529"/>
          <ac:cxnSpMkLst>
            <pc:docMk/>
            <pc:sldMk cId="3492291969" sldId="306"/>
            <ac:cxnSpMk id="15" creationId="{0D59FF97-3EEA-9C2E-1A7A-E684B83DBD25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18T10:07:50.729" v="4842" actId="14100"/>
        <pc:sldMkLst>
          <pc:docMk/>
          <pc:sldMk cId="150818230" sldId="307"/>
        </pc:sldMkLst>
        <pc:picChg chg="add mod">
          <ac:chgData name="Lawrence Nundkissor" userId="9edc8a01-c790-4fdc-b1c3-63fbc5e42fa9" providerId="ADAL" clId="{D0FE8E4C-4D75-4ED1-B646-D93B882C65D6}" dt="2026-04-18T10:07:50.729" v="4842" actId="14100"/>
          <ac:picMkLst>
            <pc:docMk/>
            <pc:sldMk cId="150818230" sldId="307"/>
            <ac:picMk id="5" creationId="{298AF65E-0A5A-1EAF-58C3-B54C21876EDC}"/>
          </ac:picMkLst>
        </pc:picChg>
      </pc:sldChg>
      <pc:sldChg chg="modSp new mod">
        <pc:chgData name="Lawrence Nundkissor" userId="9edc8a01-c790-4fdc-b1c3-63fbc5e42fa9" providerId="ADAL" clId="{D0FE8E4C-4D75-4ED1-B646-D93B882C65D6}" dt="2026-04-22T09:13:22.173" v="5462" actId="20577"/>
        <pc:sldMkLst>
          <pc:docMk/>
          <pc:sldMk cId="2839961401" sldId="308"/>
        </pc:sldMkLst>
        <pc:spChg chg="mod">
          <ac:chgData name="Lawrence Nundkissor" userId="9edc8a01-c790-4fdc-b1c3-63fbc5e42fa9" providerId="ADAL" clId="{D0FE8E4C-4D75-4ED1-B646-D93B882C65D6}" dt="2026-04-22T09:13:22.173" v="5462" actId="20577"/>
          <ac:spMkLst>
            <pc:docMk/>
            <pc:sldMk cId="2839961401" sldId="308"/>
            <ac:spMk id="2" creationId="{1129FCF9-0A38-D2EA-3E38-1E33B2EFB5B7}"/>
          </ac:spMkLst>
        </pc:spChg>
        <pc:spChg chg="mod">
          <ac:chgData name="Lawrence Nundkissor" userId="9edc8a01-c790-4fdc-b1c3-63fbc5e42fa9" providerId="ADAL" clId="{D0FE8E4C-4D75-4ED1-B646-D93B882C65D6}" dt="2026-04-22T09:13:04.577" v="5438" actId="5793"/>
          <ac:spMkLst>
            <pc:docMk/>
            <pc:sldMk cId="2839961401" sldId="308"/>
            <ac:spMk id="3" creationId="{5C024C5F-644F-F7A9-E831-890D0E416C78}"/>
          </ac:spMkLst>
        </pc:spChg>
      </pc:sldChg>
      <pc:sldChg chg="addSp modSp new mod ord">
        <pc:chgData name="Lawrence Nundkissor" userId="9edc8a01-c790-4fdc-b1c3-63fbc5e42fa9" providerId="ADAL" clId="{D0FE8E4C-4D75-4ED1-B646-D93B882C65D6}" dt="2026-04-22T12:26:32.600" v="5920" actId="13822"/>
        <pc:sldMkLst>
          <pc:docMk/>
          <pc:sldMk cId="999926989" sldId="309"/>
        </pc:sldMkLst>
        <pc:spChg chg="add mod">
          <ac:chgData name="Lawrence Nundkissor" userId="9edc8a01-c790-4fdc-b1c3-63fbc5e42fa9" providerId="ADAL" clId="{D0FE8E4C-4D75-4ED1-B646-D93B882C65D6}" dt="2026-04-22T12:26:18.414" v="5918" actId="1076"/>
          <ac:spMkLst>
            <pc:docMk/>
            <pc:sldMk cId="999926989" sldId="309"/>
            <ac:spMk id="6" creationId="{0513DF64-B65F-5F83-81F7-AD34F2A6D302}"/>
          </ac:spMkLst>
        </pc:spChg>
        <pc:picChg chg="add">
          <ac:chgData name="Lawrence Nundkissor" userId="9edc8a01-c790-4fdc-b1c3-63fbc5e42fa9" providerId="ADAL" clId="{D0FE8E4C-4D75-4ED1-B646-D93B882C65D6}" dt="2026-04-18T10:19:11.226" v="4844" actId="22"/>
          <ac:picMkLst>
            <pc:docMk/>
            <pc:sldMk cId="999926989" sldId="309"/>
            <ac:picMk id="5" creationId="{BB5A22D8-BCEE-D77E-F57F-6C1261A975B9}"/>
          </ac:picMkLst>
        </pc:picChg>
        <pc:cxnChg chg="add mod">
          <ac:chgData name="Lawrence Nundkissor" userId="9edc8a01-c790-4fdc-b1c3-63fbc5e42fa9" providerId="ADAL" clId="{D0FE8E4C-4D75-4ED1-B646-D93B882C65D6}" dt="2026-04-22T12:26:32.600" v="5920" actId="13822"/>
          <ac:cxnSpMkLst>
            <pc:docMk/>
            <pc:sldMk cId="999926989" sldId="309"/>
            <ac:cxnSpMk id="7" creationId="{B268E4BA-1904-1CEB-C1BD-5E1EF3DBCBBB}"/>
          </ac:cxnSpMkLst>
        </pc:cxnChg>
      </pc:sldChg>
      <pc:sldChg chg="modSp new mod">
        <pc:chgData name="Lawrence Nundkissor" userId="9edc8a01-c790-4fdc-b1c3-63fbc5e42fa9" providerId="ADAL" clId="{D0FE8E4C-4D75-4ED1-B646-D93B882C65D6}" dt="2026-04-18T10:19:41.852" v="4858" actId="5793"/>
        <pc:sldMkLst>
          <pc:docMk/>
          <pc:sldMk cId="3688883093" sldId="310"/>
        </pc:sldMkLst>
        <pc:spChg chg="mod">
          <ac:chgData name="Lawrence Nundkissor" userId="9edc8a01-c790-4fdc-b1c3-63fbc5e42fa9" providerId="ADAL" clId="{D0FE8E4C-4D75-4ED1-B646-D93B882C65D6}" dt="2026-04-18T10:19:41.852" v="4858" actId="5793"/>
          <ac:spMkLst>
            <pc:docMk/>
            <pc:sldMk cId="3688883093" sldId="310"/>
            <ac:spMk id="2" creationId="{1D58384E-B6B8-1904-3CE1-EAF6611B599F}"/>
          </ac:spMkLst>
        </pc:spChg>
      </pc:sldChg>
      <pc:sldChg chg="addSp delSp modSp new mod ord">
        <pc:chgData name="Lawrence Nundkissor" userId="9edc8a01-c790-4fdc-b1c3-63fbc5e42fa9" providerId="ADAL" clId="{D0FE8E4C-4D75-4ED1-B646-D93B882C65D6}" dt="2026-04-24T06:52:03.056" v="6675"/>
        <pc:sldMkLst>
          <pc:docMk/>
          <pc:sldMk cId="271668552" sldId="314"/>
        </pc:sldMkLst>
        <pc:picChg chg="add mod">
          <ac:chgData name="Lawrence Nundkissor" userId="9edc8a01-c790-4fdc-b1c3-63fbc5e42fa9" providerId="ADAL" clId="{D0FE8E4C-4D75-4ED1-B646-D93B882C65D6}" dt="2026-04-23T07:58:30.065" v="6220" actId="14100"/>
          <ac:picMkLst>
            <pc:docMk/>
            <pc:sldMk cId="271668552" sldId="314"/>
            <ac:picMk id="5" creationId="{93796A21-F96A-706A-1AC7-2A07F068E150}"/>
          </ac:picMkLst>
        </pc:picChg>
      </pc:sldChg>
      <pc:sldChg chg="addSp delSp modSp new mod">
        <pc:chgData name="Lawrence Nundkissor" userId="9edc8a01-c790-4fdc-b1c3-63fbc5e42fa9" providerId="ADAL" clId="{D0FE8E4C-4D75-4ED1-B646-D93B882C65D6}" dt="2026-04-24T05:59:05.363" v="6571" actId="11529"/>
        <pc:sldMkLst>
          <pc:docMk/>
          <pc:sldMk cId="827079425" sldId="315"/>
        </pc:sldMkLst>
        <pc:spChg chg="add mod">
          <ac:chgData name="Lawrence Nundkissor" userId="9edc8a01-c790-4fdc-b1c3-63fbc5e42fa9" providerId="ADAL" clId="{D0FE8E4C-4D75-4ED1-B646-D93B882C65D6}" dt="2026-04-24T05:51:35.120" v="6468" actId="14100"/>
          <ac:spMkLst>
            <pc:docMk/>
            <pc:sldMk cId="827079425" sldId="315"/>
            <ac:spMk id="7" creationId="{A6034EC8-82CB-ABFF-6741-A46486ECC2A3}"/>
          </ac:spMkLst>
        </pc:spChg>
        <pc:spChg chg="add mod">
          <ac:chgData name="Lawrence Nundkissor" userId="9edc8a01-c790-4fdc-b1c3-63fbc5e42fa9" providerId="ADAL" clId="{D0FE8E4C-4D75-4ED1-B646-D93B882C65D6}" dt="2026-04-24T05:57:43.534" v="6569" actId="20577"/>
          <ac:spMkLst>
            <pc:docMk/>
            <pc:sldMk cId="827079425" sldId="315"/>
            <ac:spMk id="8" creationId="{658585F1-E6E4-B9A2-5AE0-D80F4CF9600F}"/>
          </ac:spMkLst>
        </pc:spChg>
        <pc:spChg chg="add mod">
          <ac:chgData name="Lawrence Nundkissor" userId="9edc8a01-c790-4fdc-b1c3-63fbc5e42fa9" providerId="ADAL" clId="{D0FE8E4C-4D75-4ED1-B646-D93B882C65D6}" dt="2026-04-24T05:53:18.984" v="6501" actId="207"/>
          <ac:spMkLst>
            <pc:docMk/>
            <pc:sldMk cId="827079425" sldId="315"/>
            <ac:spMk id="16" creationId="{9BEE7A08-FCC6-D406-60A9-BBE0B4E43D14}"/>
          </ac:spMkLst>
        </pc:spChg>
        <pc:spChg chg="add mod">
          <ac:chgData name="Lawrence Nundkissor" userId="9edc8a01-c790-4fdc-b1c3-63fbc5e42fa9" providerId="ADAL" clId="{D0FE8E4C-4D75-4ED1-B646-D93B882C65D6}" dt="2026-04-24T05:56:36.877" v="6554" actId="20577"/>
          <ac:spMkLst>
            <pc:docMk/>
            <pc:sldMk cId="827079425" sldId="315"/>
            <ac:spMk id="22" creationId="{B46C9789-CC84-C149-E608-6D782495D5B5}"/>
          </ac:spMkLst>
        </pc:spChg>
        <pc:spChg chg="add mod">
          <ac:chgData name="Lawrence Nundkissor" userId="9edc8a01-c790-4fdc-b1c3-63fbc5e42fa9" providerId="ADAL" clId="{D0FE8E4C-4D75-4ED1-B646-D93B882C65D6}" dt="2026-04-24T05:56:11.741" v="6547" actId="1076"/>
          <ac:spMkLst>
            <pc:docMk/>
            <pc:sldMk cId="827079425" sldId="315"/>
            <ac:spMk id="23" creationId="{8571EB0C-0427-F61D-E690-59986A7F3BD2}"/>
          </ac:spMkLst>
        </pc:spChg>
        <pc:picChg chg="add">
          <ac:chgData name="Lawrence Nundkissor" userId="9edc8a01-c790-4fdc-b1c3-63fbc5e42fa9" providerId="ADAL" clId="{D0FE8E4C-4D75-4ED1-B646-D93B882C65D6}" dt="2026-04-24T05:49:49.052" v="6459" actId="22"/>
          <ac:picMkLst>
            <pc:docMk/>
            <pc:sldMk cId="827079425" sldId="315"/>
            <ac:picMk id="5" creationId="{50BC9C86-80BC-28E8-717D-3FABA154D020}"/>
          </ac:picMkLst>
        </pc:picChg>
        <pc:cxnChg chg="add mod">
          <ac:chgData name="Lawrence Nundkissor" userId="9edc8a01-c790-4fdc-b1c3-63fbc5e42fa9" providerId="ADAL" clId="{D0FE8E4C-4D75-4ED1-B646-D93B882C65D6}" dt="2026-04-24T05:51:43.783" v="6470" actId="14100"/>
          <ac:cxnSpMkLst>
            <pc:docMk/>
            <pc:sldMk cId="827079425" sldId="315"/>
            <ac:cxnSpMk id="6" creationId="{03E03FF7-C764-5224-58C2-1CEE9F3940FF}"/>
          </ac:cxnSpMkLst>
        </pc:cxnChg>
        <pc:cxnChg chg="add mod">
          <ac:chgData name="Lawrence Nundkissor" userId="9edc8a01-c790-4fdc-b1c3-63fbc5e42fa9" providerId="ADAL" clId="{D0FE8E4C-4D75-4ED1-B646-D93B882C65D6}" dt="2026-04-24T05:52:09.735" v="6476" actId="14100"/>
          <ac:cxnSpMkLst>
            <pc:docMk/>
            <pc:sldMk cId="827079425" sldId="315"/>
            <ac:cxnSpMk id="9" creationId="{C6BF26F8-CE84-B967-549A-2F042E83C4ED}"/>
          </ac:cxnSpMkLst>
        </pc:cxnChg>
        <pc:cxnChg chg="add">
          <ac:chgData name="Lawrence Nundkissor" userId="9edc8a01-c790-4fdc-b1c3-63fbc5e42fa9" providerId="ADAL" clId="{D0FE8E4C-4D75-4ED1-B646-D93B882C65D6}" dt="2026-04-24T05:53:05.481" v="6495" actId="11529"/>
          <ac:cxnSpMkLst>
            <pc:docMk/>
            <pc:sldMk cId="827079425" sldId="315"/>
            <ac:cxnSpMk id="18" creationId="{10B08790-DAB1-29C0-332A-94DA7B593E2A}"/>
          </ac:cxnSpMkLst>
        </pc:cxnChg>
        <pc:cxnChg chg="add mod">
          <ac:chgData name="Lawrence Nundkissor" userId="9edc8a01-c790-4fdc-b1c3-63fbc5e42fa9" providerId="ADAL" clId="{D0FE8E4C-4D75-4ED1-B646-D93B882C65D6}" dt="2026-04-24T05:53:11.958" v="6497" actId="14100"/>
          <ac:cxnSpMkLst>
            <pc:docMk/>
            <pc:sldMk cId="827079425" sldId="315"/>
            <ac:cxnSpMk id="20" creationId="{E2E84910-AB76-4D41-0055-9290515F73DA}"/>
          </ac:cxnSpMkLst>
        </pc:cxnChg>
        <pc:cxnChg chg="add">
          <ac:chgData name="Lawrence Nundkissor" userId="9edc8a01-c790-4fdc-b1c3-63fbc5e42fa9" providerId="ADAL" clId="{D0FE8E4C-4D75-4ED1-B646-D93B882C65D6}" dt="2026-04-24T05:56:28.060" v="6548" actId="11529"/>
          <ac:cxnSpMkLst>
            <pc:docMk/>
            <pc:sldMk cId="827079425" sldId="315"/>
            <ac:cxnSpMk id="25" creationId="{01272DA3-6DB4-69C9-8563-1920BF3870AE}"/>
          </ac:cxnSpMkLst>
        </pc:cxnChg>
        <pc:cxnChg chg="add del">
          <ac:chgData name="Lawrence Nundkissor" userId="9edc8a01-c790-4fdc-b1c3-63fbc5e42fa9" providerId="ADAL" clId="{D0FE8E4C-4D75-4ED1-B646-D93B882C65D6}" dt="2026-04-24T05:57:43.852" v="6570" actId="11529"/>
          <ac:cxnSpMkLst>
            <pc:docMk/>
            <pc:sldMk cId="827079425" sldId="315"/>
            <ac:cxnSpMk id="27" creationId="{983302F0-1CBC-00A5-4550-56179DE5A928}"/>
          </ac:cxnSpMkLst>
        </pc:cxnChg>
        <pc:cxnChg chg="add">
          <ac:chgData name="Lawrence Nundkissor" userId="9edc8a01-c790-4fdc-b1c3-63fbc5e42fa9" providerId="ADAL" clId="{D0FE8E4C-4D75-4ED1-B646-D93B882C65D6}" dt="2026-04-24T05:59:05.363" v="6571" actId="11529"/>
          <ac:cxnSpMkLst>
            <pc:docMk/>
            <pc:sldMk cId="827079425" sldId="315"/>
            <ac:cxnSpMk id="29" creationId="{AF9F0E0D-EA5E-3B78-A63D-21214244CA38}"/>
          </ac:cxnSpMkLst>
        </pc:cxnChg>
      </pc:sldChg>
      <pc:sldChg chg="modSp new mod">
        <pc:chgData name="Lawrence Nundkissor" userId="9edc8a01-c790-4fdc-b1c3-63fbc5e42fa9" providerId="ADAL" clId="{D0FE8E4C-4D75-4ED1-B646-D93B882C65D6}" dt="2026-04-24T06:50:57.793" v="6644" actId="313"/>
        <pc:sldMkLst>
          <pc:docMk/>
          <pc:sldMk cId="1699786676" sldId="316"/>
        </pc:sldMkLst>
        <pc:spChg chg="mod">
          <ac:chgData name="Lawrence Nundkissor" userId="9edc8a01-c790-4fdc-b1c3-63fbc5e42fa9" providerId="ADAL" clId="{D0FE8E4C-4D75-4ED1-B646-D93B882C65D6}" dt="2026-04-24T06:50:57.793" v="6644" actId="313"/>
          <ac:spMkLst>
            <pc:docMk/>
            <pc:sldMk cId="1699786676" sldId="316"/>
            <ac:spMk id="2" creationId="{4B6E0FEE-4332-70EB-CB42-797FC03CA222}"/>
          </ac:spMkLst>
        </pc:spChg>
      </pc:sldChg>
      <pc:sldChg chg="modSp new mod">
        <pc:chgData name="Lawrence Nundkissor" userId="9edc8a01-c790-4fdc-b1c3-63fbc5e42fa9" providerId="ADAL" clId="{D0FE8E4C-4D75-4ED1-B646-D93B882C65D6}" dt="2026-04-24T06:51:40.386" v="6673" actId="20577"/>
        <pc:sldMkLst>
          <pc:docMk/>
          <pc:sldMk cId="2487551180" sldId="317"/>
        </pc:sldMkLst>
        <pc:spChg chg="mod">
          <ac:chgData name="Lawrence Nundkissor" userId="9edc8a01-c790-4fdc-b1c3-63fbc5e42fa9" providerId="ADAL" clId="{D0FE8E4C-4D75-4ED1-B646-D93B882C65D6}" dt="2026-04-24T06:51:40.386" v="6673" actId="20577"/>
          <ac:spMkLst>
            <pc:docMk/>
            <pc:sldMk cId="2487551180" sldId="317"/>
            <ac:spMk id="2" creationId="{F70AF0EB-774A-DAAC-4EC7-324CF9FE4379}"/>
          </ac:spMkLst>
        </pc:spChg>
      </pc:sldChg>
      <pc:sldChg chg="addSp delSp modSp new mod">
        <pc:chgData name="Lawrence Nundkissor" userId="9edc8a01-c790-4fdc-b1c3-63fbc5e42fa9" providerId="ADAL" clId="{D0FE8E4C-4D75-4ED1-B646-D93B882C65D6}" dt="2026-04-24T09:28:01.185" v="6936" actId="11529"/>
        <pc:sldMkLst>
          <pc:docMk/>
          <pc:sldMk cId="1660842362" sldId="318"/>
        </pc:sldMkLst>
        <pc:spChg chg="add del mod">
          <ac:chgData name="Lawrence Nundkissor" userId="9edc8a01-c790-4fdc-b1c3-63fbc5e42fa9" providerId="ADAL" clId="{D0FE8E4C-4D75-4ED1-B646-D93B882C65D6}" dt="2026-04-24T06:55:13.060" v="6743" actId="21"/>
          <ac:spMkLst>
            <pc:docMk/>
            <pc:sldMk cId="1660842362" sldId="318"/>
            <ac:spMk id="6" creationId="{C0638029-15CC-18BB-56F2-46F82379FD4D}"/>
          </ac:spMkLst>
        </pc:spChg>
        <pc:spChg chg="add mod">
          <ac:chgData name="Lawrence Nundkissor" userId="9edc8a01-c790-4fdc-b1c3-63fbc5e42fa9" providerId="ADAL" clId="{D0FE8E4C-4D75-4ED1-B646-D93B882C65D6}" dt="2026-04-24T09:25:26.232" v="6910" actId="20577"/>
          <ac:spMkLst>
            <pc:docMk/>
            <pc:sldMk cId="1660842362" sldId="318"/>
            <ac:spMk id="9" creationId="{C0638029-15CC-18BB-56F2-46F82379FD4D}"/>
          </ac:spMkLst>
        </pc:spChg>
        <pc:spChg chg="add mod">
          <ac:chgData name="Lawrence Nundkissor" userId="9edc8a01-c790-4fdc-b1c3-63fbc5e42fa9" providerId="ADAL" clId="{D0FE8E4C-4D75-4ED1-B646-D93B882C65D6}" dt="2026-04-24T09:26:45.473" v="6935" actId="255"/>
          <ac:spMkLst>
            <pc:docMk/>
            <pc:sldMk cId="1660842362" sldId="318"/>
            <ac:spMk id="12" creationId="{BFBF0CC7-A8C9-6C05-064B-33C00D29BF65}"/>
          </ac:spMkLst>
        </pc:spChg>
        <pc:picChg chg="add del mod">
          <ac:chgData name="Lawrence Nundkissor" userId="9edc8a01-c790-4fdc-b1c3-63fbc5e42fa9" providerId="ADAL" clId="{D0FE8E4C-4D75-4ED1-B646-D93B882C65D6}" dt="2026-04-24T06:54:55.212" v="6740" actId="478"/>
          <ac:picMkLst>
            <pc:docMk/>
            <pc:sldMk cId="1660842362" sldId="318"/>
            <ac:picMk id="5" creationId="{C60F399E-58BD-3E04-2ED8-2C14E4EC8F10}"/>
          </ac:picMkLst>
        </pc:picChg>
        <pc:picChg chg="add mod">
          <ac:chgData name="Lawrence Nundkissor" userId="9edc8a01-c790-4fdc-b1c3-63fbc5e42fa9" providerId="ADAL" clId="{D0FE8E4C-4D75-4ED1-B646-D93B882C65D6}" dt="2026-04-24T06:55:15.802" v="6744" actId="1076"/>
          <ac:picMkLst>
            <pc:docMk/>
            <pc:sldMk cId="1660842362" sldId="318"/>
            <ac:picMk id="8" creationId="{3C3F60E2-96F2-ADD4-070F-F64202C289BA}"/>
          </ac:picMkLst>
        </pc:picChg>
        <pc:cxnChg chg="add">
          <ac:chgData name="Lawrence Nundkissor" userId="9edc8a01-c790-4fdc-b1c3-63fbc5e42fa9" providerId="ADAL" clId="{D0FE8E4C-4D75-4ED1-B646-D93B882C65D6}" dt="2026-04-24T09:26:02.798" v="6911" actId="11529"/>
          <ac:cxnSpMkLst>
            <pc:docMk/>
            <pc:sldMk cId="1660842362" sldId="318"/>
            <ac:cxnSpMk id="11" creationId="{4F280949-7BCB-9FC6-E638-5310CEF24BCE}"/>
          </ac:cxnSpMkLst>
        </pc:cxnChg>
        <pc:cxnChg chg="add">
          <ac:chgData name="Lawrence Nundkissor" userId="9edc8a01-c790-4fdc-b1c3-63fbc5e42fa9" providerId="ADAL" clId="{D0FE8E4C-4D75-4ED1-B646-D93B882C65D6}" dt="2026-04-24T09:28:01.185" v="6936" actId="11529"/>
          <ac:cxnSpMkLst>
            <pc:docMk/>
            <pc:sldMk cId="1660842362" sldId="318"/>
            <ac:cxnSpMk id="14" creationId="{6E40914F-5D1F-A6E8-032C-5A486BEB5CFA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24T09:37:06.613" v="7070" actId="11529"/>
        <pc:sldMkLst>
          <pc:docMk/>
          <pc:sldMk cId="1038130492" sldId="319"/>
        </pc:sldMkLst>
        <pc:spChg chg="add mod">
          <ac:chgData name="Lawrence Nundkissor" userId="9edc8a01-c790-4fdc-b1c3-63fbc5e42fa9" providerId="ADAL" clId="{D0FE8E4C-4D75-4ED1-B646-D93B882C65D6}" dt="2026-04-24T09:36:31.214" v="7067" actId="14100"/>
          <ac:spMkLst>
            <pc:docMk/>
            <pc:sldMk cId="1038130492" sldId="319"/>
            <ac:spMk id="6" creationId="{9EDE53D7-6750-68FE-0AA6-021C2020E218}"/>
          </ac:spMkLst>
        </pc:spChg>
        <pc:picChg chg="add">
          <ac:chgData name="Lawrence Nundkissor" userId="9edc8a01-c790-4fdc-b1c3-63fbc5e42fa9" providerId="ADAL" clId="{D0FE8E4C-4D75-4ED1-B646-D93B882C65D6}" dt="2026-04-24T09:35:02.164" v="7019" actId="22"/>
          <ac:picMkLst>
            <pc:docMk/>
            <pc:sldMk cId="1038130492" sldId="319"/>
            <ac:picMk id="5" creationId="{F2E18E50-2AAF-B990-7B6E-E6A5968418E6}"/>
          </ac:picMkLst>
        </pc:picChg>
        <pc:cxnChg chg="add">
          <ac:chgData name="Lawrence Nundkissor" userId="9edc8a01-c790-4fdc-b1c3-63fbc5e42fa9" providerId="ADAL" clId="{D0FE8E4C-4D75-4ED1-B646-D93B882C65D6}" dt="2026-04-24T09:36:45.980" v="7068" actId="11529"/>
          <ac:cxnSpMkLst>
            <pc:docMk/>
            <pc:sldMk cId="1038130492" sldId="319"/>
            <ac:cxnSpMk id="8" creationId="{E76C95BD-E653-FF5D-CC27-443A185B5002}"/>
          </ac:cxnSpMkLst>
        </pc:cxnChg>
        <pc:cxnChg chg="add">
          <ac:chgData name="Lawrence Nundkissor" userId="9edc8a01-c790-4fdc-b1c3-63fbc5e42fa9" providerId="ADAL" clId="{D0FE8E4C-4D75-4ED1-B646-D93B882C65D6}" dt="2026-04-24T09:36:56.248" v="7069" actId="11529"/>
          <ac:cxnSpMkLst>
            <pc:docMk/>
            <pc:sldMk cId="1038130492" sldId="319"/>
            <ac:cxnSpMk id="10" creationId="{ED8B0796-EEFF-58CF-D5AB-2395549C4A35}"/>
          </ac:cxnSpMkLst>
        </pc:cxnChg>
        <pc:cxnChg chg="add">
          <ac:chgData name="Lawrence Nundkissor" userId="9edc8a01-c790-4fdc-b1c3-63fbc5e42fa9" providerId="ADAL" clId="{D0FE8E4C-4D75-4ED1-B646-D93B882C65D6}" dt="2026-04-24T09:37:06.613" v="7070" actId="11529"/>
          <ac:cxnSpMkLst>
            <pc:docMk/>
            <pc:sldMk cId="1038130492" sldId="319"/>
            <ac:cxnSpMk id="12" creationId="{5CC782F9-A98E-E47E-9F73-AA6CF43A88CE}"/>
          </ac:cxnSpMkLst>
        </pc:cxnChg>
      </pc:sldChg>
      <pc:sldChg chg="addSp delSp modSp new del mod">
        <pc:chgData name="Lawrence Nundkissor" userId="9edc8a01-c790-4fdc-b1c3-63fbc5e42fa9" providerId="ADAL" clId="{D0FE8E4C-4D75-4ED1-B646-D93B882C65D6}" dt="2026-04-24T09:22:20.534" v="6844" actId="2696"/>
        <pc:sldMkLst>
          <pc:docMk/>
          <pc:sldMk cId="1865810135" sldId="319"/>
        </pc:sldMkLst>
        <pc:spChg chg="del">
          <ac:chgData name="Lawrence Nundkissor" userId="9edc8a01-c790-4fdc-b1c3-63fbc5e42fa9" providerId="ADAL" clId="{D0FE8E4C-4D75-4ED1-B646-D93B882C65D6}" dt="2026-04-24T07:44:27.031" v="6843" actId="478"/>
          <ac:spMkLst>
            <pc:docMk/>
            <pc:sldMk cId="1865810135" sldId="319"/>
            <ac:spMk id="3" creationId="{C3E3286E-CF8C-EB89-81DE-CAE9B3DEB8BA}"/>
          </ac:spMkLst>
        </pc:spChg>
        <pc:picChg chg="add mod">
          <ac:chgData name="Lawrence Nundkissor" userId="9edc8a01-c790-4fdc-b1c3-63fbc5e42fa9" providerId="ADAL" clId="{D0FE8E4C-4D75-4ED1-B646-D93B882C65D6}" dt="2026-04-24T07:44:11.705" v="6842" actId="14100"/>
          <ac:picMkLst>
            <pc:docMk/>
            <pc:sldMk cId="1865810135" sldId="319"/>
            <ac:picMk id="5" creationId="{B959AFE9-6066-3646-E670-E24B833E5C89}"/>
          </ac:picMkLst>
        </pc:picChg>
      </pc:sldChg>
      <pc:sldChg chg="addSp modSp new mod">
        <pc:chgData name="Lawrence Nundkissor" userId="9edc8a01-c790-4fdc-b1c3-63fbc5e42fa9" providerId="ADAL" clId="{D0FE8E4C-4D75-4ED1-B646-D93B882C65D6}" dt="2026-04-24T09:39:00.997" v="7172" actId="14100"/>
        <pc:sldMkLst>
          <pc:docMk/>
          <pc:sldMk cId="2297746917" sldId="320"/>
        </pc:sldMkLst>
        <pc:spChg chg="add mod">
          <ac:chgData name="Lawrence Nundkissor" userId="9edc8a01-c790-4fdc-b1c3-63fbc5e42fa9" providerId="ADAL" clId="{D0FE8E4C-4D75-4ED1-B646-D93B882C65D6}" dt="2026-04-24T09:39:00.997" v="7172" actId="14100"/>
          <ac:spMkLst>
            <pc:docMk/>
            <pc:sldMk cId="2297746917" sldId="320"/>
            <ac:spMk id="6" creationId="{C5A9CBFA-7A15-7189-A432-83E649E70077}"/>
          </ac:spMkLst>
        </pc:spChg>
        <pc:picChg chg="add">
          <ac:chgData name="Lawrence Nundkissor" userId="9edc8a01-c790-4fdc-b1c3-63fbc5e42fa9" providerId="ADAL" clId="{D0FE8E4C-4D75-4ED1-B646-D93B882C65D6}" dt="2026-04-24T09:37:48.173" v="7072" actId="22"/>
          <ac:picMkLst>
            <pc:docMk/>
            <pc:sldMk cId="2297746917" sldId="320"/>
            <ac:picMk id="5" creationId="{EFCE35CA-91AE-BB74-16AC-7046309D08A4}"/>
          </ac:picMkLst>
        </pc:picChg>
      </pc:sldChg>
      <pc:sldChg chg="addSp modSp new mod">
        <pc:chgData name="Lawrence Nundkissor" userId="9edc8a01-c790-4fdc-b1c3-63fbc5e42fa9" providerId="ADAL" clId="{D0FE8E4C-4D75-4ED1-B646-D93B882C65D6}" dt="2026-04-24T09:41:42.026" v="7235" actId="313"/>
        <pc:sldMkLst>
          <pc:docMk/>
          <pc:sldMk cId="4031328763" sldId="321"/>
        </pc:sldMkLst>
        <pc:spChg chg="add mod">
          <ac:chgData name="Lawrence Nundkissor" userId="9edc8a01-c790-4fdc-b1c3-63fbc5e42fa9" providerId="ADAL" clId="{D0FE8E4C-4D75-4ED1-B646-D93B882C65D6}" dt="2026-04-24T09:41:42.026" v="7235" actId="313"/>
          <ac:spMkLst>
            <pc:docMk/>
            <pc:sldMk cId="4031328763" sldId="321"/>
            <ac:spMk id="6" creationId="{3DF6F55E-41EA-3D15-10AF-070EAD029987}"/>
          </ac:spMkLst>
        </pc:spChg>
        <pc:picChg chg="add">
          <ac:chgData name="Lawrence Nundkissor" userId="9edc8a01-c790-4fdc-b1c3-63fbc5e42fa9" providerId="ADAL" clId="{D0FE8E4C-4D75-4ED1-B646-D93B882C65D6}" dt="2026-04-24T09:40:15.302" v="7174" actId="22"/>
          <ac:picMkLst>
            <pc:docMk/>
            <pc:sldMk cId="4031328763" sldId="321"/>
            <ac:picMk id="5" creationId="{01099565-38F1-C02C-91B0-6AF07FF49F67}"/>
          </ac:picMkLst>
        </pc:picChg>
        <pc:cxnChg chg="add">
          <ac:chgData name="Lawrence Nundkissor" userId="9edc8a01-c790-4fdc-b1c3-63fbc5e42fa9" providerId="ADAL" clId="{D0FE8E4C-4D75-4ED1-B646-D93B882C65D6}" dt="2026-04-24T09:41:39.478" v="7234" actId="11529"/>
          <ac:cxnSpMkLst>
            <pc:docMk/>
            <pc:sldMk cId="4031328763" sldId="321"/>
            <ac:cxnSpMk id="8" creationId="{FFC87AE0-1670-253D-0E10-9B47E2FBF67A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4T09:57:34.769" v="7376" actId="113"/>
        <pc:sldMkLst>
          <pc:docMk/>
          <pc:sldMk cId="967442108" sldId="322"/>
        </pc:sldMkLst>
        <pc:spChg chg="add mod">
          <ac:chgData name="Lawrence Nundkissor" userId="9edc8a01-c790-4fdc-b1c3-63fbc5e42fa9" providerId="ADAL" clId="{D0FE8E4C-4D75-4ED1-B646-D93B882C65D6}" dt="2026-04-24T09:57:34.769" v="7376" actId="113"/>
          <ac:spMkLst>
            <pc:docMk/>
            <pc:sldMk cId="967442108" sldId="322"/>
            <ac:spMk id="8" creationId="{D6DA8D13-05EB-425D-32B9-0F23935332A3}"/>
          </ac:spMkLst>
        </pc:spChg>
        <pc:spChg chg="add mod">
          <ac:chgData name="Lawrence Nundkissor" userId="9edc8a01-c790-4fdc-b1c3-63fbc5e42fa9" providerId="ADAL" clId="{D0FE8E4C-4D75-4ED1-B646-D93B882C65D6}" dt="2026-04-24T09:51:36.621" v="7310" actId="207"/>
          <ac:spMkLst>
            <pc:docMk/>
            <pc:sldMk cId="967442108" sldId="322"/>
            <ac:spMk id="10" creationId="{76F91E3C-EA94-8CDD-3FC3-B84372F106A6}"/>
          </ac:spMkLst>
        </pc:spChg>
        <pc:spChg chg="add del mod">
          <ac:chgData name="Lawrence Nundkissor" userId="9edc8a01-c790-4fdc-b1c3-63fbc5e42fa9" providerId="ADAL" clId="{D0FE8E4C-4D75-4ED1-B646-D93B882C65D6}" dt="2026-04-24T09:56:22.087" v="7358" actId="478"/>
          <ac:spMkLst>
            <pc:docMk/>
            <pc:sldMk cId="967442108" sldId="322"/>
            <ac:spMk id="13" creationId="{9CE8FC55-1846-3410-0AA5-FC1E1BD84D98}"/>
          </ac:spMkLst>
        </pc:spChg>
        <pc:spChg chg="add del mod">
          <ac:chgData name="Lawrence Nundkissor" userId="9edc8a01-c790-4fdc-b1c3-63fbc5e42fa9" providerId="ADAL" clId="{D0FE8E4C-4D75-4ED1-B646-D93B882C65D6}" dt="2026-04-24T09:56:18.602" v="7357" actId="478"/>
          <ac:spMkLst>
            <pc:docMk/>
            <pc:sldMk cId="967442108" sldId="322"/>
            <ac:spMk id="16" creationId="{03BA564F-DA07-7C7F-3B5B-C13EF4FEEAD6}"/>
          </ac:spMkLst>
        </pc:spChg>
        <pc:spChg chg="add mod">
          <ac:chgData name="Lawrence Nundkissor" userId="9edc8a01-c790-4fdc-b1c3-63fbc5e42fa9" providerId="ADAL" clId="{D0FE8E4C-4D75-4ED1-B646-D93B882C65D6}" dt="2026-04-24T09:57:12.007" v="7372" actId="1076"/>
          <ac:spMkLst>
            <pc:docMk/>
            <pc:sldMk cId="967442108" sldId="322"/>
            <ac:spMk id="18" creationId="{3985E645-EEDF-8A54-9AA1-97C182C22D8B}"/>
          </ac:spMkLst>
        </pc:spChg>
        <pc:spChg chg="add mod">
          <ac:chgData name="Lawrence Nundkissor" userId="9edc8a01-c790-4fdc-b1c3-63fbc5e42fa9" providerId="ADAL" clId="{D0FE8E4C-4D75-4ED1-B646-D93B882C65D6}" dt="2026-04-24T09:56:03.724" v="7354" actId="1076"/>
          <ac:spMkLst>
            <pc:docMk/>
            <pc:sldMk cId="967442108" sldId="322"/>
            <ac:spMk id="24" creationId="{694B6F40-2A46-0D63-4A71-30A962921A27}"/>
          </ac:spMkLst>
        </pc:spChg>
        <pc:spChg chg="add mod">
          <ac:chgData name="Lawrence Nundkissor" userId="9edc8a01-c790-4fdc-b1c3-63fbc5e42fa9" providerId="ADAL" clId="{D0FE8E4C-4D75-4ED1-B646-D93B882C65D6}" dt="2026-04-24T09:56:03.724" v="7354" actId="1076"/>
          <ac:spMkLst>
            <pc:docMk/>
            <pc:sldMk cId="967442108" sldId="322"/>
            <ac:spMk id="25" creationId="{D7FBA99A-FAD8-D53D-E3E7-B9A418E979F6}"/>
          </ac:spMkLst>
        </pc:spChg>
        <pc:spChg chg="add mod">
          <ac:chgData name="Lawrence Nundkissor" userId="9edc8a01-c790-4fdc-b1c3-63fbc5e42fa9" providerId="ADAL" clId="{D0FE8E4C-4D75-4ED1-B646-D93B882C65D6}" dt="2026-04-24T09:56:03.724" v="7354" actId="1076"/>
          <ac:spMkLst>
            <pc:docMk/>
            <pc:sldMk cId="967442108" sldId="322"/>
            <ac:spMk id="26" creationId="{911703E5-4771-1BFA-6F13-F4865C4CD3AC}"/>
          </ac:spMkLst>
        </pc:spChg>
        <pc:spChg chg="add mod">
          <ac:chgData name="Lawrence Nundkissor" userId="9edc8a01-c790-4fdc-b1c3-63fbc5e42fa9" providerId="ADAL" clId="{D0FE8E4C-4D75-4ED1-B646-D93B882C65D6}" dt="2026-04-24T09:56:03.724" v="7354" actId="1076"/>
          <ac:spMkLst>
            <pc:docMk/>
            <pc:sldMk cId="967442108" sldId="322"/>
            <ac:spMk id="27" creationId="{3E06243C-B743-3C2A-A848-0FB3123D97CC}"/>
          </ac:spMkLst>
        </pc:spChg>
        <pc:picChg chg="add">
          <ac:chgData name="Lawrence Nundkissor" userId="9edc8a01-c790-4fdc-b1c3-63fbc5e42fa9" providerId="ADAL" clId="{D0FE8E4C-4D75-4ED1-B646-D93B882C65D6}" dt="2026-04-24T09:48:24.124" v="7237" actId="22"/>
          <ac:picMkLst>
            <pc:docMk/>
            <pc:sldMk cId="967442108" sldId="322"/>
            <ac:picMk id="5" creationId="{14A75F93-E882-797F-9D63-4E85DDD6832F}"/>
          </ac:picMkLst>
        </pc:picChg>
        <pc:cxnChg chg="add mod">
          <ac:chgData name="Lawrence Nundkissor" userId="9edc8a01-c790-4fdc-b1c3-63fbc5e42fa9" providerId="ADAL" clId="{D0FE8E4C-4D75-4ED1-B646-D93B882C65D6}" dt="2026-04-24T09:56:52.368" v="7368" actId="14100"/>
          <ac:cxnSpMkLst>
            <pc:docMk/>
            <pc:sldMk cId="967442108" sldId="322"/>
            <ac:cxnSpMk id="7" creationId="{4EB820F1-5435-9693-661D-6F4BE4C11783}"/>
          </ac:cxnSpMkLst>
        </pc:cxnChg>
        <pc:cxnChg chg="add">
          <ac:chgData name="Lawrence Nundkissor" userId="9edc8a01-c790-4fdc-b1c3-63fbc5e42fa9" providerId="ADAL" clId="{D0FE8E4C-4D75-4ED1-B646-D93B882C65D6}" dt="2026-04-24T09:51:43.090" v="7311" actId="11529"/>
          <ac:cxnSpMkLst>
            <pc:docMk/>
            <pc:sldMk cId="967442108" sldId="322"/>
            <ac:cxnSpMk id="12" creationId="{690A09D3-1A58-8096-4B0B-7D6520BE96B6}"/>
          </ac:cxnSpMkLst>
        </pc:cxnChg>
        <pc:cxnChg chg="add mod">
          <ac:chgData name="Lawrence Nundkissor" userId="9edc8a01-c790-4fdc-b1c3-63fbc5e42fa9" providerId="ADAL" clId="{D0FE8E4C-4D75-4ED1-B646-D93B882C65D6}" dt="2026-04-24T09:56:58.836" v="7369" actId="14100"/>
          <ac:cxnSpMkLst>
            <pc:docMk/>
            <pc:sldMk cId="967442108" sldId="322"/>
            <ac:cxnSpMk id="14" creationId="{0E6B63D1-7731-C802-89E3-B4FDC537DB01}"/>
          </ac:cxnSpMkLst>
        </pc:cxnChg>
        <pc:cxnChg chg="add del mod">
          <ac:chgData name="Lawrence Nundkissor" userId="9edc8a01-c790-4fdc-b1c3-63fbc5e42fa9" providerId="ADAL" clId="{D0FE8E4C-4D75-4ED1-B646-D93B882C65D6}" dt="2026-04-24T09:57:04.132" v="7370" actId="478"/>
          <ac:cxnSpMkLst>
            <pc:docMk/>
            <pc:sldMk cId="967442108" sldId="322"/>
            <ac:cxnSpMk id="15" creationId="{06017502-8999-A39A-EC64-25F268EDFF43}"/>
          </ac:cxnSpMkLst>
        </pc:cxnChg>
        <pc:cxnChg chg="add del mod">
          <ac:chgData name="Lawrence Nundkissor" userId="9edc8a01-c790-4fdc-b1c3-63fbc5e42fa9" providerId="ADAL" clId="{D0FE8E4C-4D75-4ED1-B646-D93B882C65D6}" dt="2026-04-24T09:57:31.481" v="7375" actId="478"/>
          <ac:cxnSpMkLst>
            <pc:docMk/>
            <pc:sldMk cId="967442108" sldId="322"/>
            <ac:cxnSpMk id="17" creationId="{8743A43C-6D79-430E-9DB5-9F4694895103}"/>
          </ac:cxnSpMkLst>
        </pc:cxnChg>
        <pc:cxnChg chg="add mod">
          <ac:chgData name="Lawrence Nundkissor" userId="9edc8a01-c790-4fdc-b1c3-63fbc5e42fa9" providerId="ADAL" clId="{D0FE8E4C-4D75-4ED1-B646-D93B882C65D6}" dt="2026-04-24T09:57:16.745" v="7374" actId="14100"/>
          <ac:cxnSpMkLst>
            <pc:docMk/>
            <pc:sldMk cId="967442108" sldId="322"/>
            <ac:cxnSpMk id="23" creationId="{6EA9D106-B506-A8CB-5523-27F32B964D12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24T11:43:07.225" v="8200" actId="313"/>
        <pc:sldMkLst>
          <pc:docMk/>
          <pc:sldMk cId="1291065514" sldId="323"/>
        </pc:sldMkLst>
        <pc:spChg chg="add mod">
          <ac:chgData name="Lawrence Nundkissor" userId="9edc8a01-c790-4fdc-b1c3-63fbc5e42fa9" providerId="ADAL" clId="{D0FE8E4C-4D75-4ED1-B646-D93B882C65D6}" dt="2026-04-24T11:43:07.225" v="8200" actId="313"/>
          <ac:spMkLst>
            <pc:docMk/>
            <pc:sldMk cId="1291065514" sldId="323"/>
            <ac:spMk id="6" creationId="{74CAC794-014C-09D9-FE5D-27C602DF5F8C}"/>
          </ac:spMkLst>
        </pc:spChg>
        <pc:picChg chg="add">
          <ac:chgData name="Lawrence Nundkissor" userId="9edc8a01-c790-4fdc-b1c3-63fbc5e42fa9" providerId="ADAL" clId="{D0FE8E4C-4D75-4ED1-B646-D93B882C65D6}" dt="2026-04-24T11:41:29.954" v="8100" actId="22"/>
          <ac:picMkLst>
            <pc:docMk/>
            <pc:sldMk cId="1291065514" sldId="323"/>
            <ac:picMk id="5" creationId="{F69504C4-3AE3-6952-E872-C78B60AE8E2B}"/>
          </ac:picMkLst>
        </pc:picChg>
      </pc:sldChg>
      <pc:sldChg chg="addSp delSp modSp new del mod ord">
        <pc:chgData name="Lawrence Nundkissor" userId="9edc8a01-c790-4fdc-b1c3-63fbc5e42fa9" providerId="ADAL" clId="{D0FE8E4C-4D75-4ED1-B646-D93B882C65D6}" dt="2026-04-24T10:55:06.749" v="7543" actId="47"/>
        <pc:sldMkLst>
          <pc:docMk/>
          <pc:sldMk cId="2285253159" sldId="323"/>
        </pc:sldMkLst>
        <pc:spChg chg="del mod">
          <ac:chgData name="Lawrence Nundkissor" userId="9edc8a01-c790-4fdc-b1c3-63fbc5e42fa9" providerId="ADAL" clId="{D0FE8E4C-4D75-4ED1-B646-D93B882C65D6}" dt="2026-04-24T10:52:53.657" v="7541" actId="478"/>
          <ac:spMkLst>
            <pc:docMk/>
            <pc:sldMk cId="2285253159" sldId="323"/>
            <ac:spMk id="2" creationId="{95B4D3AA-BD34-D0EE-6A05-354436F041F0}"/>
          </ac:spMkLst>
        </pc:spChg>
        <pc:spChg chg="mod">
          <ac:chgData name="Lawrence Nundkissor" userId="9edc8a01-c790-4fdc-b1c3-63fbc5e42fa9" providerId="ADAL" clId="{D0FE8E4C-4D75-4ED1-B646-D93B882C65D6}" dt="2026-04-24T10:51:55.999" v="7533" actId="21"/>
          <ac:spMkLst>
            <pc:docMk/>
            <pc:sldMk cId="2285253159" sldId="323"/>
            <ac:spMk id="3" creationId="{2D86CE3F-5F38-9BB2-BE84-479E692A52B0}"/>
          </ac:spMkLst>
        </pc:spChg>
        <pc:spChg chg="add mod">
          <ac:chgData name="Lawrence Nundkissor" userId="9edc8a01-c790-4fdc-b1c3-63fbc5e42fa9" providerId="ADAL" clId="{D0FE8E4C-4D75-4ED1-B646-D93B882C65D6}" dt="2026-04-24T10:52:53.657" v="7541" actId="478"/>
          <ac:spMkLst>
            <pc:docMk/>
            <pc:sldMk cId="2285253159" sldId="323"/>
            <ac:spMk id="7" creationId="{9B225EE6-FBEB-ABEE-1240-1C661857562E}"/>
          </ac:spMkLst>
        </pc:spChg>
        <pc:picChg chg="add del mod">
          <ac:chgData name="Lawrence Nundkissor" userId="9edc8a01-c790-4fdc-b1c3-63fbc5e42fa9" providerId="ADAL" clId="{D0FE8E4C-4D75-4ED1-B646-D93B882C65D6}" dt="2026-04-24T10:52:48.499" v="7539" actId="478"/>
          <ac:picMkLst>
            <pc:docMk/>
            <pc:sldMk cId="2285253159" sldId="323"/>
            <ac:picMk id="5" creationId="{AF01DFBC-55B4-BB35-3983-DDDE9DBD450B}"/>
          </ac:picMkLst>
        </pc:picChg>
        <pc:picChg chg="add">
          <ac:chgData name="Lawrence Nundkissor" userId="9edc8a01-c790-4fdc-b1c3-63fbc5e42fa9" providerId="ADAL" clId="{D0FE8E4C-4D75-4ED1-B646-D93B882C65D6}" dt="2026-04-24T10:54:45.385" v="7542" actId="22"/>
          <ac:picMkLst>
            <pc:docMk/>
            <pc:sldMk cId="2285253159" sldId="323"/>
            <ac:picMk id="9" creationId="{D47D0DB7-08F6-6A4F-B2A8-BF8A7A6C0BBA}"/>
          </ac:picMkLst>
        </pc:picChg>
      </pc:sldChg>
      <pc:sldChg chg="modSp add del mod">
        <pc:chgData name="Lawrence Nundkissor" userId="9edc8a01-c790-4fdc-b1c3-63fbc5e42fa9" providerId="ADAL" clId="{D0FE8E4C-4D75-4ED1-B646-D93B882C65D6}" dt="2026-04-24T09:55:22.829" v="7351"/>
        <pc:sldMkLst>
          <pc:docMk/>
          <pc:sldMk cId="3222780851" sldId="323"/>
        </pc:sldMkLst>
        <pc:spChg chg="mod">
          <ac:chgData name="Lawrence Nundkissor" userId="9edc8a01-c790-4fdc-b1c3-63fbc5e42fa9" providerId="ADAL" clId="{D0FE8E4C-4D75-4ED1-B646-D93B882C65D6}" dt="2026-04-24T09:55:21.166" v="7350" actId="1076"/>
          <ac:spMkLst>
            <pc:docMk/>
            <pc:sldMk cId="3222780851" sldId="323"/>
            <ac:spMk id="8" creationId="{2008BF57-23B9-996F-FE80-632462A51023}"/>
          </ac:spMkLst>
        </pc:spChg>
        <pc:spChg chg="mod">
          <ac:chgData name="Lawrence Nundkissor" userId="9edc8a01-c790-4fdc-b1c3-63fbc5e42fa9" providerId="ADAL" clId="{D0FE8E4C-4D75-4ED1-B646-D93B882C65D6}" dt="2026-04-24T09:55:21.166" v="7350" actId="1076"/>
          <ac:spMkLst>
            <pc:docMk/>
            <pc:sldMk cId="3222780851" sldId="323"/>
            <ac:spMk id="10" creationId="{5270A3A9-14C0-F2A4-64EA-C28BE548921D}"/>
          </ac:spMkLst>
        </pc:spChg>
        <pc:picChg chg="mod">
          <ac:chgData name="Lawrence Nundkissor" userId="9edc8a01-c790-4fdc-b1c3-63fbc5e42fa9" providerId="ADAL" clId="{D0FE8E4C-4D75-4ED1-B646-D93B882C65D6}" dt="2026-04-24T09:55:21.166" v="7350" actId="1076"/>
          <ac:picMkLst>
            <pc:docMk/>
            <pc:sldMk cId="3222780851" sldId="323"/>
            <ac:picMk id="5" creationId="{394F4FFD-A1B1-1A1C-8372-F5D901F28C81}"/>
          </ac:picMkLst>
        </pc:picChg>
        <pc:cxnChg chg="mod">
          <ac:chgData name="Lawrence Nundkissor" userId="9edc8a01-c790-4fdc-b1c3-63fbc5e42fa9" providerId="ADAL" clId="{D0FE8E4C-4D75-4ED1-B646-D93B882C65D6}" dt="2026-04-24T09:55:21.166" v="7350" actId="1076"/>
          <ac:cxnSpMkLst>
            <pc:docMk/>
            <pc:sldMk cId="3222780851" sldId="323"/>
            <ac:cxnSpMk id="7" creationId="{2EE9FC93-66F4-F92D-02F2-455918D006D8}"/>
          </ac:cxnSpMkLst>
        </pc:cxnChg>
        <pc:cxnChg chg="mod">
          <ac:chgData name="Lawrence Nundkissor" userId="9edc8a01-c790-4fdc-b1c3-63fbc5e42fa9" providerId="ADAL" clId="{D0FE8E4C-4D75-4ED1-B646-D93B882C65D6}" dt="2026-04-24T09:55:21.166" v="7350" actId="1076"/>
          <ac:cxnSpMkLst>
            <pc:docMk/>
            <pc:sldMk cId="3222780851" sldId="323"/>
            <ac:cxnSpMk id="12" creationId="{F26D6D00-6967-375A-FDE1-4F1A1C4B4D38}"/>
          </ac:cxnSpMkLst>
        </pc:cxnChg>
      </pc:sldChg>
      <pc:sldChg chg="modSp add del mod">
        <pc:chgData name="Lawrence Nundkissor" userId="9edc8a01-c790-4fdc-b1c3-63fbc5e42fa9" providerId="ADAL" clId="{D0FE8E4C-4D75-4ED1-B646-D93B882C65D6}" dt="2026-04-24T09:54:56.538" v="7347"/>
        <pc:sldMkLst>
          <pc:docMk/>
          <pc:sldMk cId="3288449806" sldId="323"/>
        </pc:sldMkLst>
        <pc:picChg chg="mod">
          <ac:chgData name="Lawrence Nundkissor" userId="9edc8a01-c790-4fdc-b1c3-63fbc5e42fa9" providerId="ADAL" clId="{D0FE8E4C-4D75-4ED1-B646-D93B882C65D6}" dt="2026-04-24T09:54:55.973" v="7346" actId="1076"/>
          <ac:picMkLst>
            <pc:docMk/>
            <pc:sldMk cId="3288449806" sldId="323"/>
            <ac:picMk id="5" creationId="{F9328401-AFAD-1093-237D-094F3B6D763A}"/>
          </ac:picMkLst>
        </pc:picChg>
      </pc:sldChg>
      <pc:sldChg chg="addSp modSp new mod ord">
        <pc:chgData name="Lawrence Nundkissor" userId="9edc8a01-c790-4fdc-b1c3-63fbc5e42fa9" providerId="ADAL" clId="{D0FE8E4C-4D75-4ED1-B646-D93B882C65D6}" dt="2026-04-24T11:53:27.613" v="8348"/>
        <pc:sldMkLst>
          <pc:docMk/>
          <pc:sldMk cId="2058079668" sldId="324"/>
        </pc:sldMkLst>
        <pc:spChg chg="add mod">
          <ac:chgData name="Lawrence Nundkissor" userId="9edc8a01-c790-4fdc-b1c3-63fbc5e42fa9" providerId="ADAL" clId="{D0FE8E4C-4D75-4ED1-B646-D93B882C65D6}" dt="2026-04-24T11:47:44.094" v="8238" actId="14100"/>
          <ac:spMkLst>
            <pc:docMk/>
            <pc:sldMk cId="2058079668" sldId="324"/>
            <ac:spMk id="6" creationId="{F46C22E5-AA1D-1563-0EC9-D6441368E75E}"/>
          </ac:spMkLst>
        </pc:spChg>
        <pc:picChg chg="add mod">
          <ac:chgData name="Lawrence Nundkissor" userId="9edc8a01-c790-4fdc-b1c3-63fbc5e42fa9" providerId="ADAL" clId="{D0FE8E4C-4D75-4ED1-B646-D93B882C65D6}" dt="2026-04-24T11:47:09.023" v="8203" actId="1076"/>
          <ac:picMkLst>
            <pc:docMk/>
            <pc:sldMk cId="2058079668" sldId="324"/>
            <ac:picMk id="5" creationId="{24EEF632-2667-4E96-BA66-8367B046C820}"/>
          </ac:picMkLst>
        </pc:picChg>
      </pc:sldChg>
      <pc:sldChg chg="addSp delSp modSp new mod">
        <pc:chgData name="Lawrence Nundkissor" userId="9edc8a01-c790-4fdc-b1c3-63fbc5e42fa9" providerId="ADAL" clId="{D0FE8E4C-4D75-4ED1-B646-D93B882C65D6}" dt="2026-04-25T09:47:48.334" v="8612" actId="21"/>
        <pc:sldMkLst>
          <pc:docMk/>
          <pc:sldMk cId="2775396601" sldId="325"/>
        </pc:sldMkLst>
        <pc:spChg chg="del">
          <ac:chgData name="Lawrence Nundkissor" userId="9edc8a01-c790-4fdc-b1c3-63fbc5e42fa9" providerId="ADAL" clId="{D0FE8E4C-4D75-4ED1-B646-D93B882C65D6}" dt="2026-04-25T09:38:48.808" v="8422"/>
          <ac:spMkLst>
            <pc:docMk/>
            <pc:sldMk cId="2775396601" sldId="325"/>
            <ac:spMk id="2" creationId="{D9B83FED-AEF5-A771-403E-B70983FFA241}"/>
          </ac:spMkLst>
        </pc:spChg>
        <pc:spChg chg="add del mod">
          <ac:chgData name="Lawrence Nundkissor" userId="9edc8a01-c790-4fdc-b1c3-63fbc5e42fa9" providerId="ADAL" clId="{D0FE8E4C-4D75-4ED1-B646-D93B882C65D6}" dt="2026-04-25T09:38:47.243" v="8421" actId="21"/>
          <ac:spMkLst>
            <pc:docMk/>
            <pc:sldMk cId="2775396601" sldId="325"/>
            <ac:spMk id="6" creationId="{93CC28FA-3D62-76E7-43AC-D2DB6B41EB97}"/>
          </ac:spMkLst>
        </pc:spChg>
        <pc:spChg chg="add mod">
          <ac:chgData name="Lawrence Nundkissor" userId="9edc8a01-c790-4fdc-b1c3-63fbc5e42fa9" providerId="ADAL" clId="{D0FE8E4C-4D75-4ED1-B646-D93B882C65D6}" dt="2026-04-25T09:40:01.536" v="8439" actId="113"/>
          <ac:spMkLst>
            <pc:docMk/>
            <pc:sldMk cId="2775396601" sldId="325"/>
            <ac:spMk id="11" creationId="{93CC28FA-3D62-76E7-43AC-D2DB6B41EB97}"/>
          </ac:spMkLst>
        </pc:spChg>
        <pc:spChg chg="add mod">
          <ac:chgData name="Lawrence Nundkissor" userId="9edc8a01-c790-4fdc-b1c3-63fbc5e42fa9" providerId="ADAL" clId="{D0FE8E4C-4D75-4ED1-B646-D93B882C65D6}" dt="2026-04-25T09:42:52.596" v="8512" actId="1076"/>
          <ac:spMkLst>
            <pc:docMk/>
            <pc:sldMk cId="2775396601" sldId="325"/>
            <ac:spMk id="23" creationId="{D1725188-8DD0-DD18-3825-5A2CA0D47826}"/>
          </ac:spMkLst>
        </pc:spChg>
        <pc:spChg chg="add del mod">
          <ac:chgData name="Lawrence Nundkissor" userId="9edc8a01-c790-4fdc-b1c3-63fbc5e42fa9" providerId="ADAL" clId="{D0FE8E4C-4D75-4ED1-B646-D93B882C65D6}" dt="2026-04-25T09:47:48.334" v="8612" actId="21"/>
          <ac:spMkLst>
            <pc:docMk/>
            <pc:sldMk cId="2775396601" sldId="325"/>
            <ac:spMk id="28" creationId="{1A060EA2-5151-0BB5-6B87-6754251192F4}"/>
          </ac:spMkLst>
        </pc:spChg>
        <pc:spChg chg="add del mod">
          <ac:chgData name="Lawrence Nundkissor" userId="9edc8a01-c790-4fdc-b1c3-63fbc5e42fa9" providerId="ADAL" clId="{D0FE8E4C-4D75-4ED1-B646-D93B882C65D6}" dt="2026-04-25T09:47:48.334" v="8612" actId="21"/>
          <ac:spMkLst>
            <pc:docMk/>
            <pc:sldMk cId="2775396601" sldId="325"/>
            <ac:spMk id="30" creationId="{46A2A732-7C87-D7BC-DE85-23E5245F2A31}"/>
          </ac:spMkLst>
        </pc:spChg>
        <pc:picChg chg="add mod">
          <ac:chgData name="Lawrence Nundkissor" userId="9edc8a01-c790-4fdc-b1c3-63fbc5e42fa9" providerId="ADAL" clId="{D0FE8E4C-4D75-4ED1-B646-D93B882C65D6}" dt="2026-04-25T09:41:35.058" v="8456" actId="14100"/>
          <ac:picMkLst>
            <pc:docMk/>
            <pc:sldMk cId="2775396601" sldId="325"/>
            <ac:picMk id="5" creationId="{EF1F1229-8EB7-90B2-5141-B08E9535C711}"/>
          </ac:picMkLst>
        </pc:picChg>
        <pc:picChg chg="add mod">
          <ac:chgData name="Lawrence Nundkissor" userId="9edc8a01-c790-4fdc-b1c3-63fbc5e42fa9" providerId="ADAL" clId="{D0FE8E4C-4D75-4ED1-B646-D93B882C65D6}" dt="2026-04-25T09:41:41.514" v="8459" actId="14100"/>
          <ac:picMkLst>
            <pc:docMk/>
            <pc:sldMk cId="2775396601" sldId="325"/>
            <ac:picMk id="10" creationId="{7464E249-F772-3D12-D795-09B8EFB1C0BC}"/>
          </ac:picMkLst>
        </pc:picChg>
        <pc:picChg chg="add mod">
          <ac:chgData name="Lawrence Nundkissor" userId="9edc8a01-c790-4fdc-b1c3-63fbc5e42fa9" providerId="ADAL" clId="{D0FE8E4C-4D75-4ED1-B646-D93B882C65D6}" dt="2026-04-25T09:41:47.336" v="8462" actId="14100"/>
          <ac:picMkLst>
            <pc:docMk/>
            <pc:sldMk cId="2775396601" sldId="325"/>
            <ac:picMk id="22" creationId="{C18E683E-2E3A-AA62-4A8A-30E066422B5D}"/>
          </ac:picMkLst>
        </pc:picChg>
        <pc:cxnChg chg="add del mod">
          <ac:chgData name="Lawrence Nundkissor" userId="9edc8a01-c790-4fdc-b1c3-63fbc5e42fa9" providerId="ADAL" clId="{D0FE8E4C-4D75-4ED1-B646-D93B882C65D6}" dt="2026-04-25T09:39:46.538" v="8435" actId="21"/>
          <ac:cxnSpMkLst>
            <pc:docMk/>
            <pc:sldMk cId="2775396601" sldId="325"/>
            <ac:cxnSpMk id="8" creationId="{5B125205-0BD0-EACB-DD26-A868957F72C0}"/>
          </ac:cxnSpMkLst>
        </pc:cxnChg>
        <pc:cxnChg chg="add mod">
          <ac:chgData name="Lawrence Nundkissor" userId="9edc8a01-c790-4fdc-b1c3-63fbc5e42fa9" providerId="ADAL" clId="{D0FE8E4C-4D75-4ED1-B646-D93B882C65D6}" dt="2026-04-25T09:40:04.382" v="8440" actId="14100"/>
          <ac:cxnSpMkLst>
            <pc:docMk/>
            <pc:sldMk cId="2775396601" sldId="325"/>
            <ac:cxnSpMk id="15" creationId="{5B125205-0BD0-EACB-DD26-A868957F72C0}"/>
          </ac:cxnSpMkLst>
        </pc:cxnChg>
        <pc:cxnChg chg="add mod">
          <ac:chgData name="Lawrence Nundkissor" userId="9edc8a01-c790-4fdc-b1c3-63fbc5e42fa9" providerId="ADAL" clId="{D0FE8E4C-4D75-4ED1-B646-D93B882C65D6}" dt="2026-04-25T09:40:23.982" v="8442" actId="14100"/>
          <ac:cxnSpMkLst>
            <pc:docMk/>
            <pc:sldMk cId="2775396601" sldId="325"/>
            <ac:cxnSpMk id="19" creationId="{039858DD-7D65-49DE-06CF-69F8A0F1B4FD}"/>
          </ac:cxnSpMkLst>
        </pc:cxnChg>
        <pc:cxnChg chg="add">
          <ac:chgData name="Lawrence Nundkissor" userId="9edc8a01-c790-4fdc-b1c3-63fbc5e42fa9" providerId="ADAL" clId="{D0FE8E4C-4D75-4ED1-B646-D93B882C65D6}" dt="2026-04-25T09:43:00.955" v="8513" actId="11529"/>
          <ac:cxnSpMkLst>
            <pc:docMk/>
            <pc:sldMk cId="2775396601" sldId="325"/>
            <ac:cxnSpMk id="25" creationId="{39F8F137-8ECD-9332-0D57-46FC315FFA6E}"/>
          </ac:cxnSpMkLst>
        </pc:cxnChg>
        <pc:cxnChg chg="add del mod">
          <ac:chgData name="Lawrence Nundkissor" userId="9edc8a01-c790-4fdc-b1c3-63fbc5e42fa9" providerId="ADAL" clId="{D0FE8E4C-4D75-4ED1-B646-D93B882C65D6}" dt="2026-04-25T09:47:48.334" v="8612" actId="21"/>
          <ac:cxnSpMkLst>
            <pc:docMk/>
            <pc:sldMk cId="2775396601" sldId="325"/>
            <ac:cxnSpMk id="27" creationId="{E5587A02-2ACA-F160-BA94-E236FC349448}"/>
          </ac:cxnSpMkLst>
        </pc:cxnChg>
        <pc:cxnChg chg="add del mod">
          <ac:chgData name="Lawrence Nundkissor" userId="9edc8a01-c790-4fdc-b1c3-63fbc5e42fa9" providerId="ADAL" clId="{D0FE8E4C-4D75-4ED1-B646-D93B882C65D6}" dt="2026-04-25T09:47:48.334" v="8612" actId="21"/>
          <ac:cxnSpMkLst>
            <pc:docMk/>
            <pc:sldMk cId="2775396601" sldId="325"/>
            <ac:cxnSpMk id="32" creationId="{2828C527-54FA-7DE5-11C6-134F0BC2A523}"/>
          </ac:cxnSpMkLst>
        </pc:cxnChg>
      </pc:sldChg>
      <pc:sldChg chg="addSp delSp modSp new mod">
        <pc:chgData name="Lawrence Nundkissor" userId="9edc8a01-c790-4fdc-b1c3-63fbc5e42fa9" providerId="ADAL" clId="{D0FE8E4C-4D75-4ED1-B646-D93B882C65D6}" dt="2026-04-25T09:49:08.074" v="8639" actId="14100"/>
        <pc:sldMkLst>
          <pc:docMk/>
          <pc:sldMk cId="1530555028" sldId="326"/>
        </pc:sldMkLst>
        <pc:spChg chg="del">
          <ac:chgData name="Lawrence Nundkissor" userId="9edc8a01-c790-4fdc-b1c3-63fbc5e42fa9" providerId="ADAL" clId="{D0FE8E4C-4D75-4ED1-B646-D93B882C65D6}" dt="2026-04-25T09:46:45.156" v="8601"/>
          <ac:spMkLst>
            <pc:docMk/>
            <pc:sldMk cId="1530555028" sldId="326"/>
            <ac:spMk id="3" creationId="{0FD70A58-988A-970C-4AE6-6CA4C9F4DB67}"/>
          </ac:spMkLst>
        </pc:spChg>
        <pc:spChg chg="add del mod">
          <ac:chgData name="Lawrence Nundkissor" userId="9edc8a01-c790-4fdc-b1c3-63fbc5e42fa9" providerId="ADAL" clId="{D0FE8E4C-4D75-4ED1-B646-D93B882C65D6}" dt="2026-04-25T09:48:41.401" v="8634" actId="1076"/>
          <ac:spMkLst>
            <pc:docMk/>
            <pc:sldMk cId="1530555028" sldId="326"/>
            <ac:spMk id="28" creationId="{1A060EA2-5151-0BB5-6B87-6754251192F4}"/>
          </ac:spMkLst>
        </pc:spChg>
        <pc:spChg chg="add mod">
          <ac:chgData name="Lawrence Nundkissor" userId="9edc8a01-c790-4fdc-b1c3-63fbc5e42fa9" providerId="ADAL" clId="{D0FE8E4C-4D75-4ED1-B646-D93B882C65D6}" dt="2026-04-25T09:49:04.539" v="8638" actId="1076"/>
          <ac:spMkLst>
            <pc:docMk/>
            <pc:sldMk cId="1530555028" sldId="326"/>
            <ac:spMk id="30" creationId="{46A2A732-7C87-D7BC-DE85-23E5245F2A31}"/>
          </ac:spMkLst>
        </pc:spChg>
        <pc:picChg chg="add mod">
          <ac:chgData name="Lawrence Nundkissor" userId="9edc8a01-c790-4fdc-b1c3-63fbc5e42fa9" providerId="ADAL" clId="{D0FE8E4C-4D75-4ED1-B646-D93B882C65D6}" dt="2026-04-25T09:47:02.629" v="8607" actId="1076"/>
          <ac:picMkLst>
            <pc:docMk/>
            <pc:sldMk cId="1530555028" sldId="326"/>
            <ac:picMk id="4" creationId="{9044C51B-806C-3B13-AD25-88648B1BE7D5}"/>
          </ac:picMkLst>
        </pc:picChg>
        <pc:picChg chg="add mod">
          <ac:chgData name="Lawrence Nundkissor" userId="9edc8a01-c790-4fdc-b1c3-63fbc5e42fa9" providerId="ADAL" clId="{D0FE8E4C-4D75-4ED1-B646-D93B882C65D6}" dt="2026-04-25T09:48:39.042" v="8633" actId="1076"/>
          <ac:picMkLst>
            <pc:docMk/>
            <pc:sldMk cId="1530555028" sldId="326"/>
            <ac:picMk id="5" creationId="{FB183ECF-CBB3-9317-C1DB-111CC8CB8A26}"/>
          </ac:picMkLst>
        </pc:picChg>
        <pc:cxnChg chg="add">
          <ac:chgData name="Lawrence Nundkissor" userId="9edc8a01-c790-4fdc-b1c3-63fbc5e42fa9" providerId="ADAL" clId="{D0FE8E4C-4D75-4ED1-B646-D93B882C65D6}" dt="2026-04-25T09:48:47.292" v="8635" actId="11529"/>
          <ac:cxnSpMkLst>
            <pc:docMk/>
            <pc:sldMk cId="1530555028" sldId="326"/>
            <ac:cxnSpMk id="7" creationId="{6A9A0402-04A1-B5DD-719E-2E608B3E0FB1}"/>
          </ac:cxnSpMkLst>
        </pc:cxnChg>
        <pc:cxnChg chg="add">
          <ac:chgData name="Lawrence Nundkissor" userId="9edc8a01-c790-4fdc-b1c3-63fbc5e42fa9" providerId="ADAL" clId="{D0FE8E4C-4D75-4ED1-B646-D93B882C65D6}" dt="2026-04-25T09:48:56.944" v="8636" actId="11529"/>
          <ac:cxnSpMkLst>
            <pc:docMk/>
            <pc:sldMk cId="1530555028" sldId="326"/>
            <ac:cxnSpMk id="9" creationId="{1FFD46B2-FAF4-22A1-D56D-E84231752F7F}"/>
          </ac:cxnSpMkLst>
        </pc:cxnChg>
        <pc:cxnChg chg="add del mod">
          <ac:chgData name="Lawrence Nundkissor" userId="9edc8a01-c790-4fdc-b1c3-63fbc5e42fa9" providerId="ADAL" clId="{D0FE8E4C-4D75-4ED1-B646-D93B882C65D6}" dt="2026-04-25T09:48:04.314" v="8615" actId="478"/>
          <ac:cxnSpMkLst>
            <pc:docMk/>
            <pc:sldMk cId="1530555028" sldId="326"/>
            <ac:cxnSpMk id="27" creationId="{E5587A02-2ACA-F160-BA94-E236FC349448}"/>
          </ac:cxnSpMkLst>
        </pc:cxnChg>
        <pc:cxnChg chg="add mod">
          <ac:chgData name="Lawrence Nundkissor" userId="9edc8a01-c790-4fdc-b1c3-63fbc5e42fa9" providerId="ADAL" clId="{D0FE8E4C-4D75-4ED1-B646-D93B882C65D6}" dt="2026-04-25T09:49:08.074" v="8639" actId="14100"/>
          <ac:cxnSpMkLst>
            <pc:docMk/>
            <pc:sldMk cId="1530555028" sldId="326"/>
            <ac:cxnSpMk id="32" creationId="{2828C527-54FA-7DE5-11C6-134F0BC2A523}"/>
          </ac:cxnSpMkLst>
        </pc:cxnChg>
      </pc:sldChg>
      <pc:sldChg chg="addSp modSp new mod">
        <pc:chgData name="Lawrence Nundkissor" userId="9edc8a01-c790-4fdc-b1c3-63fbc5e42fa9" providerId="ADAL" clId="{D0FE8E4C-4D75-4ED1-B646-D93B882C65D6}" dt="2026-04-25T09:52:48.407" v="8800" actId="14100"/>
        <pc:sldMkLst>
          <pc:docMk/>
          <pc:sldMk cId="3664789892" sldId="327"/>
        </pc:sldMkLst>
        <pc:spChg chg="add mod">
          <ac:chgData name="Lawrence Nundkissor" userId="9edc8a01-c790-4fdc-b1c3-63fbc5e42fa9" providerId="ADAL" clId="{D0FE8E4C-4D75-4ED1-B646-D93B882C65D6}" dt="2026-04-25T09:52:43.627" v="8799" actId="14100"/>
          <ac:spMkLst>
            <pc:docMk/>
            <pc:sldMk cId="3664789892" sldId="327"/>
            <ac:spMk id="5" creationId="{822165AE-DA3E-B871-0BB9-6DAFCF9479DA}"/>
          </ac:spMkLst>
        </pc:spChg>
        <pc:picChg chg="add mod">
          <ac:chgData name="Lawrence Nundkissor" userId="9edc8a01-c790-4fdc-b1c3-63fbc5e42fa9" providerId="ADAL" clId="{D0FE8E4C-4D75-4ED1-B646-D93B882C65D6}" dt="2026-04-25T09:49:22.860" v="8642" actId="1076"/>
          <ac:picMkLst>
            <pc:docMk/>
            <pc:sldMk cId="3664789892" sldId="327"/>
            <ac:picMk id="4" creationId="{AD827DDC-9C46-5638-49CE-072BCAD3E51D}"/>
          </ac:picMkLst>
        </pc:picChg>
        <pc:cxnChg chg="add mod">
          <ac:chgData name="Lawrence Nundkissor" userId="9edc8a01-c790-4fdc-b1c3-63fbc5e42fa9" providerId="ADAL" clId="{D0FE8E4C-4D75-4ED1-B646-D93B882C65D6}" dt="2026-04-25T09:52:48.407" v="8800" actId="14100"/>
          <ac:cxnSpMkLst>
            <pc:docMk/>
            <pc:sldMk cId="3664789892" sldId="327"/>
            <ac:cxnSpMk id="7" creationId="{7719A350-D96C-4EA4-D036-68AC4A1E278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C045-9CBC-D2A4-3705-E8DF9273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7FEEA-6588-5B00-579F-16D5A8DF8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16F9D-D20E-49AE-816B-19F34394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27FF-D8A2-8E21-ADC9-FAD89963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690D-5975-CD83-F276-86CC22FA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89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2F58-82C5-30A3-0659-8326FEAD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4D77-5EB4-E3AC-A559-15E504474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4821B-6F77-1B31-B61C-27FDE159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B8D1F-F97D-452D-5F29-8A54D050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298C1-11A2-2808-B7D2-3A80F5A8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328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943C-7B18-C886-C795-F0EE63F8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93E50-D04A-E411-2BCB-D0BD37792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6193-9FF0-C1BA-D37B-2B08D08F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4D013-9CCE-04A0-4FCD-2CF9C707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65D71-C53F-CF30-4BCA-D3A45EC0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556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8BDC-987A-D0CB-73E1-0CA17693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E6558-AE81-2D4F-32D1-572098AB4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0AB46-866D-CE2A-A7AF-497439D17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0E1E8-C716-92FD-BCCF-B82B787D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D0EAA-4D2D-5EB2-710E-3BCE2EA4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FEA21-4490-F07C-3E7C-84685818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274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CDC1-A2F7-D187-E10C-AC2D9DD9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6713-7C03-448C-7DC6-B20A67477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CF0ED-D1FF-3F73-3284-8B34E710F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43B4E-CE1A-26A5-02E5-1E41BBF7A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EAAA3-1D40-7032-3256-F582BE14E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1BBD2-0A8B-5993-D9F1-3A7E87B5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A9A3C-320E-355C-2FCE-B7A4C3E0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AE9C2-5D6E-1C05-3C8A-F36251FB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711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9A98-7DA1-BD75-30DB-145250F9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6ACA9-C883-7814-1F6A-55F1EEFD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3CE8F-D979-E114-7AD8-9D750DE9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844EF-AC07-4A4F-BEAD-2F52611A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812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FC993-635E-DF12-4EF7-2C00BEB2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38568-E986-6EB0-8A6F-D507D4E3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9B38D-E0B3-6EAF-FC78-5C487CE1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98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F9F5-B7C1-A851-93F0-E5546ED6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99277-ED7D-0829-ECB8-5D8B924A0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37E44-936D-5371-8236-CADEBC50B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F5186-2DDB-27B7-ED97-22F276EF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BCE0E-0A59-A34E-5B51-46E9E62A7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DF52A-6A3C-E09C-1036-6A81CC09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3326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16C5-2E72-A258-790B-9ACE3485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C7317-B53E-2E1A-38A9-3D936D464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86B7D-F8A0-6EEB-CF51-0A3DF8101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BDD50-8A63-D715-4E4F-004139BF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C3EB5-F6F9-2C7D-0A13-22AAFB63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D334B-6780-5161-87EA-C556B444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161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8F4D-845C-70BF-017F-FFF1BC3E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1D298-D6E4-33A3-7034-47318C52C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F04E2-DFBA-BC7A-873F-79E1B2A7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3DFDB-E615-F869-A2BE-8B455B3A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F23E-E64C-40AA-6A7F-A7C619FA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067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0ABD6-D4CF-22E4-9F63-B86108241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5B478-8F57-C419-777B-B39F0BF31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CBCEC-6D16-EF7D-3E53-30E76B83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45530-0B74-B4CC-064E-23D168D8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B4EA3-6765-B2E2-2259-0C29FF08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15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EDF0F-8D09-D123-55A7-46DE8E01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4D891-B02E-4D9B-8C17-63CC5CCB1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E021E-E1AF-A1C8-0353-5B966E1E0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B14EB-2A9F-4378-971B-8BF8203800A7}" type="datetimeFigureOut">
              <a:rPr lang="en-ZA" smtClean="0"/>
              <a:t>2026/04/25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EE699-271C-E2C8-AB06-249D70050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412AC-F0B9-3BF4-D157-D996CDEFD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795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21B8-1436-83E3-5629-C92F0DE4C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 Content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A2631-54C5-83E9-CACA-3EAF6D9C8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758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FCF9-0A38-D2EA-3E38-1E33B2E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108"/>
          </a:xfrm>
        </p:spPr>
        <p:txBody>
          <a:bodyPr/>
          <a:lstStyle/>
          <a:p>
            <a:r>
              <a:rPr lang="en-US" dirty="0"/>
              <a:t>Layout and Presentation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4C5F-644F-F7A9-E831-890D0E41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88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Layout Presentation (artwork must be kept) align all screens and presentation which is not all aligned.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399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6A82-D976-C9EC-F661-A8823518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F2B6-92D5-0B46-10CD-AB59E183C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AF65E-0A5A-1EAF-58C3-B54C2187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8DC1-09CC-51AF-A75C-B6AEC5FC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4" y="545910"/>
            <a:ext cx="10766946" cy="4735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Please correct artwork 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 1.display style,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 2.colour , 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3.font  to original –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4.Names of tabs are sometime different to names of screen-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5.Spelling errors</a:t>
            </a:r>
            <a:endParaRPr lang="en-ZA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AD38-EFEE-7FB4-619F-EF69F36E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List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F4F82-D4C8-C1D9-B5E2-51DCF396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769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5040-E32D-06B5-2570-E91435000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19EF8-2BA1-9E95-36F8-08B024184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128D4-A75B-255F-73EB-0E2880A3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EB4F8B-5761-0384-2849-32BA9699037B}"/>
              </a:ext>
            </a:extLst>
          </p:cNvPr>
          <p:cNvSpPr/>
          <p:nvPr/>
        </p:nvSpPr>
        <p:spPr>
          <a:xfrm>
            <a:off x="3364300" y="3502045"/>
            <a:ext cx="4330462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Surname not pulling through from HR employee details 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13F111-1C4C-7997-28B0-F62C9BEB7D57}"/>
              </a:ext>
            </a:extLst>
          </p:cNvPr>
          <p:cNvCxnSpPr/>
          <p:nvPr/>
        </p:nvCxnSpPr>
        <p:spPr>
          <a:xfrm flipH="1" flipV="1">
            <a:off x="1708030" y="2984740"/>
            <a:ext cx="1518249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98CF8C9-5A2E-FDAA-E4A3-3CF4A83F7BE7}"/>
              </a:ext>
            </a:extLst>
          </p:cNvPr>
          <p:cNvSpPr/>
          <p:nvPr/>
        </p:nvSpPr>
        <p:spPr>
          <a:xfrm>
            <a:off x="6153507" y="2724754"/>
            <a:ext cx="4698519" cy="6852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 by Employee not available  and  change </a:t>
            </a:r>
            <a:r>
              <a:rPr lang="en-US" dirty="0">
                <a:solidFill>
                  <a:srgbClr val="FF0000"/>
                </a:solidFill>
              </a:rPr>
              <a:t>red font  </a:t>
            </a:r>
            <a:r>
              <a:rPr lang="en-US" dirty="0">
                <a:solidFill>
                  <a:schemeClr val="tx1"/>
                </a:solidFill>
              </a:rPr>
              <a:t>to normal for  all 12 column labels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6FE85E-0FBD-1B8A-62C2-C50733E507CD}"/>
              </a:ext>
            </a:extLst>
          </p:cNvPr>
          <p:cNvCxnSpPr/>
          <p:nvPr/>
        </p:nvCxnSpPr>
        <p:spPr>
          <a:xfrm flipV="1">
            <a:off x="7263442" y="2316163"/>
            <a:ext cx="0" cy="44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DFA665-7A9E-858A-BACA-C8D238542A90}"/>
              </a:ext>
            </a:extLst>
          </p:cNvPr>
          <p:cNvCxnSpPr/>
          <p:nvPr/>
        </p:nvCxnSpPr>
        <p:spPr>
          <a:xfrm flipV="1">
            <a:off x="10351698" y="2587925"/>
            <a:ext cx="741872" cy="672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133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F4E6-E572-DCFD-DC69-4F5F9B56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 target register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4F67-7232-BDE6-3790-2ADFF730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472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318B-8259-6A94-9AD8-5FB6405A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3585-B4D8-1EDA-6DCC-CF74623FB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753AF-8019-8947-A35C-C201B9BC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24"/>
            <a:ext cx="12192000" cy="64262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6B8E13-80C4-A796-E541-2A1BFCFB93C8}"/>
              </a:ext>
            </a:extLst>
          </p:cNvPr>
          <p:cNvSpPr/>
          <p:nvPr/>
        </p:nvSpPr>
        <p:spPr>
          <a:xfrm>
            <a:off x="7970807" y="2639684"/>
            <a:ext cx="3571619" cy="553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 not expanding, no max screen icon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8A942F-6A11-03EE-EDCB-55A4C51195FA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625087" y="845389"/>
            <a:ext cx="1345720" cy="2070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CAC8809-7E79-6DB6-B2F0-4679FAF5437D}"/>
              </a:ext>
            </a:extLst>
          </p:cNvPr>
          <p:cNvSpPr/>
          <p:nvPr/>
        </p:nvSpPr>
        <p:spPr>
          <a:xfrm>
            <a:off x="7970807" y="3327843"/>
            <a:ext cx="3571619" cy="553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filters  for year, employment type, gender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32D8A1-A848-1092-8DBA-09B9B651BE26}"/>
              </a:ext>
            </a:extLst>
          </p:cNvPr>
          <p:cNvCxnSpPr>
            <a:cxnSpLocks/>
          </p:cNvCxnSpPr>
          <p:nvPr/>
        </p:nvCxnSpPr>
        <p:spPr>
          <a:xfrm flipH="1" flipV="1">
            <a:off x="6220918" y="1688318"/>
            <a:ext cx="1749889" cy="2042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96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64A2-29E4-5E02-8D61-D38D1F1D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Recruitment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9F05-4F5E-2578-1562-AD44BC160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886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39AC-68CC-ABB8-0DA0-6C9E20BF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7F6A-4369-F790-B7C9-A7E52366D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7E8D9-9173-04C0-879A-26324C83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DC5F53-8E0A-C4FE-8DCE-652C072E01A7}"/>
              </a:ext>
            </a:extLst>
          </p:cNvPr>
          <p:cNvCxnSpPr/>
          <p:nvPr/>
        </p:nvCxnSpPr>
        <p:spPr>
          <a:xfrm flipH="1">
            <a:off x="10644996" y="2208362"/>
            <a:ext cx="1207698" cy="1220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A66A531-36A6-1D81-2DE8-A3BB831DE9A2}"/>
              </a:ext>
            </a:extLst>
          </p:cNvPr>
          <p:cNvSpPr/>
          <p:nvPr/>
        </p:nvSpPr>
        <p:spPr>
          <a:xfrm>
            <a:off x="5141343" y="2374644"/>
            <a:ext cx="5503653" cy="41850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Add column  - drop down for selection-</a:t>
            </a:r>
          </a:p>
          <a:p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ZA" dirty="0">
                <a:solidFill>
                  <a:schemeClr val="tx1"/>
                </a:solidFill>
              </a:rPr>
              <a:t>Insufficient Recruitment Opportunities:</a:t>
            </a:r>
          </a:p>
          <a:p>
            <a:r>
              <a:rPr lang="en-ZA" dirty="0">
                <a:solidFill>
                  <a:schemeClr val="tx1"/>
                </a:solidFill>
              </a:rPr>
              <a:t>2.Limited Promotion Opportunities</a:t>
            </a:r>
          </a:p>
          <a:p>
            <a:r>
              <a:rPr lang="en-ZA" dirty="0">
                <a:solidFill>
                  <a:schemeClr val="tx1"/>
                </a:solidFill>
              </a:rPr>
              <a:t>3.</a:t>
            </a:r>
            <a:r>
              <a:rPr lang="en-US" b="1" dirty="0"/>
              <a:t> </a:t>
            </a:r>
            <a:r>
              <a:rPr lang="en-US" dirty="0">
                <a:solidFill>
                  <a:schemeClr val="tx1"/>
                </a:solidFill>
              </a:rPr>
              <a:t>Shortage of Qualified Candidates from Designated Groups:</a:t>
            </a:r>
          </a:p>
          <a:p>
            <a:r>
              <a:rPr lang="en-US" dirty="0">
                <a:solidFill>
                  <a:schemeClr val="tx1"/>
                </a:solidFill>
              </a:rPr>
              <a:t>4. Mergers, Acquisitions, or Business Transfers</a:t>
            </a:r>
          </a:p>
          <a:p>
            <a:r>
              <a:rPr lang="en-ZA" dirty="0">
                <a:solidFill>
                  <a:schemeClr val="tx1"/>
                </a:solidFill>
              </a:rPr>
              <a:t>5.Legal or Regulatory Constraints</a:t>
            </a:r>
          </a:p>
          <a:p>
            <a:r>
              <a:rPr lang="en-ZA" dirty="0">
                <a:solidFill>
                  <a:schemeClr val="tx1"/>
                </a:solidFill>
              </a:rPr>
              <a:t>6.</a:t>
            </a:r>
            <a:r>
              <a:rPr lang="en-US" dirty="0">
                <a:solidFill>
                  <a:schemeClr val="tx1"/>
                </a:solidFill>
              </a:rPr>
              <a:t> Economic Downturns or Financial Constraints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Allow to Upload Supporting documents-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Change RED font across all columns</a:t>
            </a:r>
            <a:endParaRPr lang="en-ZA" dirty="0">
              <a:solidFill>
                <a:srgbClr val="FF0000"/>
              </a:solidFill>
            </a:endParaRPr>
          </a:p>
          <a:p>
            <a:pPr algn="ctr"/>
            <a:endParaRPr lang="en-ZA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ZA" dirty="0">
              <a:solidFill>
                <a:schemeClr val="accent2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3FC1CD-BFB4-683F-9A05-5A954DDE0B7F}"/>
              </a:ext>
            </a:extLst>
          </p:cNvPr>
          <p:cNvCxnSpPr/>
          <p:nvPr/>
        </p:nvCxnSpPr>
        <p:spPr>
          <a:xfrm flipH="1" flipV="1">
            <a:off x="4407108" y="2208362"/>
            <a:ext cx="1688892" cy="315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139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F0EB-774A-DAAC-4EC7-324CF9FE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Recruitment Interview Form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A020-6D66-78A9-589F-42CC94B1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755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81EA-461C-711F-45AC-06F9AB96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28D5B-D132-34FD-88FF-5F9C64416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69743-FD70-CF00-16C4-5F907001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294837"/>
            <a:ext cx="11688806" cy="6268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C19FFF-4F81-3D3F-9C49-8DF8F77CCA92}"/>
              </a:ext>
            </a:extLst>
          </p:cNvPr>
          <p:cNvSpPr/>
          <p:nvPr/>
        </p:nvSpPr>
        <p:spPr>
          <a:xfrm>
            <a:off x="7384210" y="2622430"/>
            <a:ext cx="2380891" cy="3623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save button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24D71D-09F3-9C01-7DCD-30DB630637FC}"/>
              </a:ext>
            </a:extLst>
          </p:cNvPr>
          <p:cNvCxnSpPr/>
          <p:nvPr/>
        </p:nvCxnSpPr>
        <p:spPr>
          <a:xfrm flipH="1" flipV="1">
            <a:off x="5917721" y="2139351"/>
            <a:ext cx="1587260" cy="5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1A639-66D8-BD2B-31C7-26676AA98948}"/>
              </a:ext>
            </a:extLst>
          </p:cNvPr>
          <p:cNvSpPr/>
          <p:nvPr/>
        </p:nvSpPr>
        <p:spPr>
          <a:xfrm>
            <a:off x="6550702" y="5006715"/>
            <a:ext cx="4557009" cy="10872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should be a percentage- Total /Score – green for 50% and over and red 49 and below- same as register.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F9E005-6622-36AD-977C-F6E29DCE16F7}"/>
              </a:ext>
            </a:extLst>
          </p:cNvPr>
          <p:cNvCxnSpPr>
            <a:cxnSpLocks/>
          </p:cNvCxnSpPr>
          <p:nvPr/>
        </p:nvCxnSpPr>
        <p:spPr>
          <a:xfrm flipH="1">
            <a:off x="5606321" y="5529982"/>
            <a:ext cx="698292" cy="5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65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D128-EC4F-EB65-1C73-8B7A4D02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D4F1-6EBE-5CAC-43C7-27269685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E30B4-59EF-138D-F430-9D953B62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224550"/>
            <a:ext cx="11688806" cy="6268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B15DC1-145B-4F15-6355-F4ED82E0C7BF}"/>
              </a:ext>
            </a:extLst>
          </p:cNvPr>
          <p:cNvSpPr/>
          <p:nvPr/>
        </p:nvSpPr>
        <p:spPr>
          <a:xfrm>
            <a:off x="7211682" y="3256471"/>
            <a:ext cx="1725283" cy="1086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 Can't expand the screen- no maximize button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255B7B-B7D4-54AE-CD8A-A4EAFEA20214}"/>
              </a:ext>
            </a:extLst>
          </p:cNvPr>
          <p:cNvCxnSpPr/>
          <p:nvPr/>
        </p:nvCxnSpPr>
        <p:spPr>
          <a:xfrm flipV="1">
            <a:off x="8557404" y="365125"/>
            <a:ext cx="2967487" cy="3063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35F211-1597-0397-90B3-EF9ECB320686}"/>
              </a:ext>
            </a:extLst>
          </p:cNvPr>
          <p:cNvCxnSpPr>
            <a:cxnSpLocks/>
          </p:cNvCxnSpPr>
          <p:nvPr/>
        </p:nvCxnSpPr>
        <p:spPr>
          <a:xfrm flipH="1">
            <a:off x="6323874" y="1404170"/>
            <a:ext cx="944591" cy="2191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73CD336-D62F-0D05-446D-CC9FA3F0ACAD}"/>
              </a:ext>
            </a:extLst>
          </p:cNvPr>
          <p:cNvSpPr/>
          <p:nvPr/>
        </p:nvSpPr>
        <p:spPr>
          <a:xfrm>
            <a:off x="4980319" y="3709358"/>
            <a:ext cx="1938061" cy="1086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</a:t>
            </a:r>
            <a:r>
              <a:rPr lang="en-US" b="1" dirty="0">
                <a:solidFill>
                  <a:srgbClr val="FF0000"/>
                </a:solidFill>
              </a:rPr>
              <a:t>save</a:t>
            </a:r>
            <a:r>
              <a:rPr lang="en-US" dirty="0">
                <a:solidFill>
                  <a:srgbClr val="FF0000"/>
                </a:solidFill>
              </a:rPr>
              <a:t> or </a:t>
            </a:r>
            <a:r>
              <a:rPr lang="en-US" b="1" dirty="0">
                <a:solidFill>
                  <a:srgbClr val="FF0000"/>
                </a:solidFill>
              </a:rPr>
              <a:t>upload</a:t>
            </a:r>
            <a:r>
              <a:rPr lang="en-US" dirty="0">
                <a:solidFill>
                  <a:srgbClr val="FF0000"/>
                </a:solidFill>
              </a:rPr>
              <a:t> button </a:t>
            </a:r>
            <a:r>
              <a:rPr lang="en-US" b="1" dirty="0">
                <a:solidFill>
                  <a:srgbClr val="FF0000"/>
                </a:solidFill>
              </a:rPr>
              <a:t>BUT</a:t>
            </a:r>
            <a:r>
              <a:rPr lang="en-US" dirty="0">
                <a:solidFill>
                  <a:srgbClr val="FF0000"/>
                </a:solidFill>
              </a:rPr>
              <a:t> data pulls through.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8F209-A705-788D-D79C-7B363A7C4F53}"/>
              </a:ext>
            </a:extLst>
          </p:cNvPr>
          <p:cNvSpPr/>
          <p:nvPr/>
        </p:nvSpPr>
        <p:spPr>
          <a:xfrm>
            <a:off x="2084612" y="3512077"/>
            <a:ext cx="2534936" cy="6105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Change scoring-see next slide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1D252C-C33B-31BD-69DA-5BB9A3BF4B43}"/>
              </a:ext>
            </a:extLst>
          </p:cNvPr>
          <p:cNvCxnSpPr>
            <a:cxnSpLocks/>
          </p:cNvCxnSpPr>
          <p:nvPr/>
        </p:nvCxnSpPr>
        <p:spPr>
          <a:xfrm flipV="1">
            <a:off x="4122295" y="2901569"/>
            <a:ext cx="3643141" cy="610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72DD653-6E35-4987-30B8-CD814068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740" y="4176803"/>
            <a:ext cx="2245976" cy="72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37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796A21-F96A-706A-1AC7-2A07F068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8" y="630621"/>
            <a:ext cx="109727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8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F088-3807-55BE-83B0-87555039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F1B900-284E-4BD9-4B04-AB15229BF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71" y="0"/>
            <a:ext cx="1181398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DA93DE-E454-4185-E68B-FD85EB5B5980}"/>
              </a:ext>
            </a:extLst>
          </p:cNvPr>
          <p:cNvSpPr/>
          <p:nvPr/>
        </p:nvSpPr>
        <p:spPr>
          <a:xfrm>
            <a:off x="8367622" y="3776777"/>
            <a:ext cx="2986178" cy="11489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Percentage to appear in both form and register –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rules if 50 and over- </a:t>
            </a: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green</a:t>
            </a:r>
            <a:r>
              <a:rPr lang="en-US" dirty="0">
                <a:highlight>
                  <a:srgbClr val="FFFF00"/>
                </a:highlight>
              </a:rPr>
              <a:t> highlight and 49 below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red</a:t>
            </a:r>
            <a:endParaRPr lang="en-ZA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A5AD9-0F03-FFB0-3D3D-79680F20B0F8}"/>
              </a:ext>
            </a:extLst>
          </p:cNvPr>
          <p:cNvCxnSpPr>
            <a:cxnSpLocks/>
          </p:cNvCxnSpPr>
          <p:nvPr/>
        </p:nvCxnSpPr>
        <p:spPr>
          <a:xfrm flipV="1">
            <a:off x="11353800" y="1932317"/>
            <a:ext cx="136585" cy="1844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3D2FDC7-BF3E-FBFC-2739-C4CACAD4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92" y="2387791"/>
            <a:ext cx="5009144" cy="416978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4685B-77F7-D338-72DE-A8F42876C8D1}"/>
              </a:ext>
            </a:extLst>
          </p:cNvPr>
          <p:cNvCxnSpPr>
            <a:cxnSpLocks/>
          </p:cNvCxnSpPr>
          <p:nvPr/>
        </p:nvCxnSpPr>
        <p:spPr>
          <a:xfrm flipH="1">
            <a:off x="2708694" y="4032849"/>
            <a:ext cx="5658928" cy="2178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98F114-C018-53F9-82AF-EBBD5537D8A5}"/>
              </a:ext>
            </a:extLst>
          </p:cNvPr>
          <p:cNvCxnSpPr/>
          <p:nvPr/>
        </p:nvCxnSpPr>
        <p:spPr>
          <a:xfrm>
            <a:off x="6400800" y="1932317"/>
            <a:ext cx="434715" cy="149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CE8F1D4-9288-3CB0-2C52-95AD7C1809AC}"/>
              </a:ext>
            </a:extLst>
          </p:cNvPr>
          <p:cNvSpPr/>
          <p:nvPr/>
        </p:nvSpPr>
        <p:spPr>
          <a:xfrm>
            <a:off x="5449737" y="3148643"/>
            <a:ext cx="2986178" cy="5607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Add multiple selection names to tick</a:t>
            </a:r>
            <a:endParaRPr lang="en-ZA" dirty="0"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5AB91-F4F8-E412-58BC-A6422974D095}"/>
              </a:ext>
            </a:extLst>
          </p:cNvPr>
          <p:cNvSpPr/>
          <p:nvPr/>
        </p:nvSpPr>
        <p:spPr>
          <a:xfrm>
            <a:off x="7430075" y="2511151"/>
            <a:ext cx="3674264" cy="6038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Mut show percentage 85/100- color code – below 49 red above 50 green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354844-B3B8-3DC2-7100-9DCB81E3472B}"/>
              </a:ext>
            </a:extLst>
          </p:cNvPr>
          <p:cNvCxnSpPr/>
          <p:nvPr/>
        </p:nvCxnSpPr>
        <p:spPr>
          <a:xfrm flipV="1">
            <a:off x="11155680" y="1932317"/>
            <a:ext cx="0" cy="559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034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0FEE-4332-70EB-CB42-797FC03C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for Recruitment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626B-FC15-9BAF-8036-25A798A5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9786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C135-36CF-A00D-9EFB-5D3D0AAA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DCBD6-79BC-73B8-68B6-B6C5474B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5" y="365125"/>
            <a:ext cx="5591331" cy="566816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B18155-F89D-364D-F5A7-486808E6D925}"/>
              </a:ext>
            </a:extLst>
          </p:cNvPr>
          <p:cNvCxnSpPr>
            <a:cxnSpLocks/>
          </p:cNvCxnSpPr>
          <p:nvPr/>
        </p:nvCxnSpPr>
        <p:spPr>
          <a:xfrm flipV="1">
            <a:off x="6952891" y="1681953"/>
            <a:ext cx="1121434" cy="440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3B8F97D-B8CD-40DF-6F7B-67C472C3FA2E}"/>
              </a:ext>
            </a:extLst>
          </p:cNvPr>
          <p:cNvSpPr/>
          <p:nvPr/>
        </p:nvSpPr>
        <p:spPr>
          <a:xfrm>
            <a:off x="8074325" y="1368425"/>
            <a:ext cx="2501660" cy="322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Date Picker missing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2D10D0-2B02-3386-5B4A-CA6D0BFEEC33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6952891" y="5489575"/>
            <a:ext cx="1565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A9EA7E5-9DC3-F7DA-9CF4-F0F5C61B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6634" y="4794501"/>
            <a:ext cx="1336953" cy="2964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Remove -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2D0ED8-3A9E-C60B-5CC3-738930C69832}"/>
              </a:ext>
            </a:extLst>
          </p:cNvPr>
          <p:cNvSpPr/>
          <p:nvPr/>
        </p:nvSpPr>
        <p:spPr>
          <a:xfrm>
            <a:off x="596336" y="2830365"/>
            <a:ext cx="2347111" cy="824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 label to (Requestor  Name) Remove Surname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798E743F-5EA3-564B-086D-938133BDC8A0}"/>
              </a:ext>
            </a:extLst>
          </p:cNvPr>
          <p:cNvSpPr/>
          <p:nvPr/>
        </p:nvSpPr>
        <p:spPr>
          <a:xfrm>
            <a:off x="3177916" y="2983043"/>
            <a:ext cx="419724" cy="41209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350F1-76BF-9B7E-8440-38D73C50DA0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805534" y="4942738"/>
            <a:ext cx="1631100" cy="233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12">
            <a:extLst>
              <a:ext uri="{FF2B5EF4-FFF2-40B4-BE49-F238E27FC236}">
                <a16:creationId xmlns:a16="http://schemas.microsoft.com/office/drawing/2014/main" id="{C35394FC-5089-268B-0FA2-3289D6CEDB29}"/>
              </a:ext>
            </a:extLst>
          </p:cNvPr>
          <p:cNvSpPr txBox="1">
            <a:spLocks/>
          </p:cNvSpPr>
          <p:nvPr/>
        </p:nvSpPr>
        <p:spPr>
          <a:xfrm>
            <a:off x="1873982" y="4710390"/>
            <a:ext cx="2835216" cy="2964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Rename (Head office Approval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ABE986B5-E8E3-0F43-2441-4EEC646BA0C0}"/>
              </a:ext>
            </a:extLst>
          </p:cNvPr>
          <p:cNvSpPr txBox="1">
            <a:spLocks/>
          </p:cNvSpPr>
          <p:nvPr/>
        </p:nvSpPr>
        <p:spPr>
          <a:xfrm>
            <a:off x="8518584" y="5341338"/>
            <a:ext cx="2835216" cy="2964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Remove -This is in the register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48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F925-E9F7-810D-251B-CF91A46B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482E6-217A-D646-0E36-3CF1FF68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C9C86-80BC-28E8-717D-3FABA154D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218627"/>
            <a:ext cx="12174649" cy="642074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E03FF7-C764-5224-58C2-1CEE9F3940FF}"/>
              </a:ext>
            </a:extLst>
          </p:cNvPr>
          <p:cNvCxnSpPr>
            <a:cxnSpLocks/>
          </p:cNvCxnSpPr>
          <p:nvPr/>
        </p:nvCxnSpPr>
        <p:spPr>
          <a:xfrm flipV="1">
            <a:off x="9923489" y="365125"/>
            <a:ext cx="1708878" cy="960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6034EC8-82CB-ABFF-6741-A46486ECC2A3}"/>
              </a:ext>
            </a:extLst>
          </p:cNvPr>
          <p:cNvSpPr/>
          <p:nvPr/>
        </p:nvSpPr>
        <p:spPr>
          <a:xfrm>
            <a:off x="7345181" y="496218"/>
            <a:ext cx="3447738" cy="86699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Request for recruitment -Register </a:t>
            </a:r>
            <a:r>
              <a:rPr lang="en-US" dirty="0">
                <a:solidFill>
                  <a:srgbClr val="FF0000"/>
                </a:solidFill>
              </a:rPr>
              <a:t>not opening fully – no maximize button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585F1-E6E4-B9A2-5AE0-D80F4CF9600F}"/>
              </a:ext>
            </a:extLst>
          </p:cNvPr>
          <p:cNvSpPr/>
          <p:nvPr/>
        </p:nvSpPr>
        <p:spPr>
          <a:xfrm>
            <a:off x="9488173" y="3429000"/>
            <a:ext cx="2609491" cy="132556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Colour</a:t>
            </a:r>
            <a:r>
              <a:rPr lang="en-US" dirty="0">
                <a:solidFill>
                  <a:srgbClr val="FF0000"/>
                </a:solidFill>
              </a:rPr>
              <a:t> code </a:t>
            </a:r>
            <a:r>
              <a:rPr lang="en-US" dirty="0">
                <a:solidFill>
                  <a:srgbClr val="00B050"/>
                </a:solidFill>
              </a:rPr>
              <a:t>(green) </a:t>
            </a:r>
            <a:r>
              <a:rPr lang="en-US" dirty="0">
                <a:solidFill>
                  <a:srgbClr val="FF0000"/>
                </a:solidFill>
              </a:rPr>
              <a:t>achieved, achieved replaced </a:t>
            </a:r>
            <a:r>
              <a:rPr lang="en-US" dirty="0">
                <a:solidFill>
                  <a:srgbClr val="00B0F0"/>
                </a:solidFill>
              </a:rPr>
              <a:t>(blue) </a:t>
            </a:r>
            <a:r>
              <a:rPr lang="en-US" dirty="0">
                <a:solidFill>
                  <a:srgbClr val="FF0000"/>
                </a:solidFill>
              </a:rPr>
              <a:t>and last one </a:t>
            </a:r>
            <a:r>
              <a:rPr lang="en-US" b="1" dirty="0">
                <a:solidFill>
                  <a:srgbClr val="FF0000"/>
                </a:solidFill>
              </a:rPr>
              <a:t>(red)</a:t>
            </a:r>
            <a:r>
              <a:rPr lang="en-US" dirty="0">
                <a:solidFill>
                  <a:srgbClr val="FF0000"/>
                </a:solidFill>
              </a:rPr>
              <a:t>not achieved –not appointed.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BF26F8-CE84-B967-549A-2F042E83C4ED}"/>
              </a:ext>
            </a:extLst>
          </p:cNvPr>
          <p:cNvCxnSpPr>
            <a:cxnSpLocks/>
          </p:cNvCxnSpPr>
          <p:nvPr/>
        </p:nvCxnSpPr>
        <p:spPr>
          <a:xfrm flipV="1">
            <a:off x="11171540" y="2173574"/>
            <a:ext cx="0" cy="1139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BEE7A08-FCC6-D406-60A9-BBE0B4E43D14}"/>
              </a:ext>
            </a:extLst>
          </p:cNvPr>
          <p:cNvSpPr/>
          <p:nvPr/>
        </p:nvSpPr>
        <p:spPr>
          <a:xfrm>
            <a:off x="2818150" y="3057993"/>
            <a:ext cx="1581463" cy="371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As in the form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B08790-DAB1-29C0-332A-94DA7B593E2A}"/>
              </a:ext>
            </a:extLst>
          </p:cNvPr>
          <p:cNvCxnSpPr/>
          <p:nvPr/>
        </p:nvCxnSpPr>
        <p:spPr>
          <a:xfrm flipV="1">
            <a:off x="3147934" y="1825625"/>
            <a:ext cx="314794" cy="123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E84910-AB76-4D41-0055-9290515F73DA}"/>
              </a:ext>
            </a:extLst>
          </p:cNvPr>
          <p:cNvCxnSpPr>
            <a:cxnSpLocks/>
          </p:cNvCxnSpPr>
          <p:nvPr/>
        </p:nvCxnSpPr>
        <p:spPr>
          <a:xfrm flipV="1">
            <a:off x="3275351" y="1825625"/>
            <a:ext cx="996846" cy="123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46C9789-CC84-C149-E608-6D782495D5B5}"/>
              </a:ext>
            </a:extLst>
          </p:cNvPr>
          <p:cNvSpPr/>
          <p:nvPr/>
        </p:nvSpPr>
        <p:spPr>
          <a:xfrm>
            <a:off x="7162846" y="3429000"/>
            <a:ext cx="1581463" cy="371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delete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8571EB0C-0427-F61D-E690-59986A7F3BD2}"/>
              </a:ext>
            </a:extLst>
          </p:cNvPr>
          <p:cNvSpPr txBox="1">
            <a:spLocks/>
          </p:cNvSpPr>
          <p:nvPr/>
        </p:nvSpPr>
        <p:spPr>
          <a:xfrm>
            <a:off x="4886652" y="2916822"/>
            <a:ext cx="2835216" cy="2964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Rename (Head office Approval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272DA3-6DB4-69C9-8563-1920BF3870AE}"/>
              </a:ext>
            </a:extLst>
          </p:cNvPr>
          <p:cNvCxnSpPr/>
          <p:nvPr/>
        </p:nvCxnSpPr>
        <p:spPr>
          <a:xfrm flipV="1">
            <a:off x="6820525" y="1690688"/>
            <a:ext cx="2413416" cy="1226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9F0E0D-EA5E-3B78-A63D-21214244CA38}"/>
              </a:ext>
            </a:extLst>
          </p:cNvPr>
          <p:cNvCxnSpPr/>
          <p:nvPr/>
        </p:nvCxnSpPr>
        <p:spPr>
          <a:xfrm flipV="1">
            <a:off x="8744309" y="1825625"/>
            <a:ext cx="1419022" cy="1788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079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BCD7-0D3E-7596-2663-A103557B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Skills form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29F8-2CA1-B0CA-8281-A1EADAF47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0109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0F7D-94FD-D1BA-8E27-798152FA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0952-C4E8-C017-FBF3-8C1C8CD3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CD044-C889-E495-E956-353CD5C92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64A9EE-4334-7FB1-1AA0-BC3EF0264ECD}"/>
              </a:ext>
            </a:extLst>
          </p:cNvPr>
          <p:cNvSpPr/>
          <p:nvPr/>
        </p:nvSpPr>
        <p:spPr>
          <a:xfrm>
            <a:off x="8860047" y="2333029"/>
            <a:ext cx="2707113" cy="495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This drop down (department) not allowing me to select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A6B280-F490-22F7-E434-A6E2765EFF5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929797" y="2580661"/>
            <a:ext cx="930250" cy="1136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AFEC34-63EE-DB62-3142-6704F255CBB8}"/>
              </a:ext>
            </a:extLst>
          </p:cNvPr>
          <p:cNvCxnSpPr/>
          <p:nvPr/>
        </p:nvCxnSpPr>
        <p:spPr>
          <a:xfrm flipH="1">
            <a:off x="7929797" y="1908810"/>
            <a:ext cx="930250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AF3A760-707E-ED3A-B547-B82BCDF50E7A}"/>
              </a:ext>
            </a:extLst>
          </p:cNvPr>
          <p:cNvSpPr/>
          <p:nvPr/>
        </p:nvSpPr>
        <p:spPr>
          <a:xfrm>
            <a:off x="8874177" y="1353485"/>
            <a:ext cx="2692983" cy="7382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Text field- can't use (1, 2 ,3 ) unless jointed with multiple mixed with alphabets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197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FFD2-54DA-74FD-FAD1-963F1D68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D06C-86DA-D6F5-7993-F2B80C8A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3F60E2-96F2-ADD4-070F-F64202C28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681037"/>
            <a:ext cx="12192000" cy="64262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638029-15CC-18BB-56F2-46F82379FD4D}"/>
              </a:ext>
            </a:extLst>
          </p:cNvPr>
          <p:cNvSpPr/>
          <p:nvPr/>
        </p:nvSpPr>
        <p:spPr>
          <a:xfrm>
            <a:off x="5135880" y="4652010"/>
            <a:ext cx="1920240" cy="1108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All Search must be in this register, this is </a:t>
            </a:r>
            <a:r>
              <a:rPr lang="en-US" b="1" dirty="0">
                <a:solidFill>
                  <a:srgbClr val="FF0000"/>
                </a:solidFill>
              </a:rPr>
              <a:t>incorrect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280949-7BCB-9FC6-E638-5310CEF24BCE}"/>
              </a:ext>
            </a:extLst>
          </p:cNvPr>
          <p:cNvCxnSpPr/>
          <p:nvPr/>
        </p:nvCxnSpPr>
        <p:spPr>
          <a:xfrm flipH="1">
            <a:off x="7056120" y="3063240"/>
            <a:ext cx="1893570" cy="548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FBF0CC7-A8C9-6C05-064B-33C00D29BF65}"/>
              </a:ext>
            </a:extLst>
          </p:cNvPr>
          <p:cNvSpPr/>
          <p:nvPr/>
        </p:nvSpPr>
        <p:spPr>
          <a:xfrm>
            <a:off x="8949690" y="2811780"/>
            <a:ext cx="1348740" cy="502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Incorrect </a:t>
            </a:r>
            <a:r>
              <a:rPr lang="en-US" sz="1400" dirty="0" err="1">
                <a:solidFill>
                  <a:srgbClr val="FF0000"/>
                </a:solidFill>
              </a:rPr>
              <a:t>colour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40914F-5D1F-A6E8-032C-5A486BEB5CFA}"/>
              </a:ext>
            </a:extLst>
          </p:cNvPr>
          <p:cNvCxnSpPr>
            <a:stCxn id="12" idx="1"/>
          </p:cNvCxnSpPr>
          <p:nvPr/>
        </p:nvCxnSpPr>
        <p:spPr>
          <a:xfrm flipH="1">
            <a:off x="4686300" y="3063240"/>
            <a:ext cx="426339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842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911-CC9A-3573-FE07-7694A849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Succession Plan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3BA3-E22A-5B85-E665-0CF53D668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249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BBEB-C01C-D257-1225-56226774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5138B-9909-C099-F3AF-971C8B638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90AB3-F04F-2C50-6CE4-47A5B7DC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DFC72D9-2B16-4C0C-0BC9-211C26CD06D0}"/>
              </a:ext>
            </a:extLst>
          </p:cNvPr>
          <p:cNvSpPr/>
          <p:nvPr/>
        </p:nvSpPr>
        <p:spPr>
          <a:xfrm>
            <a:off x="7859383" y="3472131"/>
            <a:ext cx="2156603" cy="7893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Not allowing to select department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4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AB87-15C1-B11E-425D-C54249EF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2F01B-0BF6-A638-0535-294B5A9C2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F5753-70AE-6442-48B0-EBCF9E9AB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2C15C9-88D3-D423-01CA-62D4135F5A69}"/>
              </a:ext>
            </a:extLst>
          </p:cNvPr>
          <p:cNvSpPr/>
          <p:nvPr/>
        </p:nvSpPr>
        <p:spPr>
          <a:xfrm>
            <a:off x="7811579" y="4180791"/>
            <a:ext cx="4109912" cy="6083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CKR Reference number text or auto generate, there must be a link from the critical list connect a drop down</a:t>
            </a:r>
            <a:endParaRPr lang="en-ZA" sz="14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3323B-0E9D-B085-019F-6722264FF181}"/>
              </a:ext>
            </a:extLst>
          </p:cNvPr>
          <p:cNvSpPr/>
          <p:nvPr/>
        </p:nvSpPr>
        <p:spPr>
          <a:xfrm>
            <a:off x="7811579" y="3428999"/>
            <a:ext cx="4109912" cy="217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 drop down of Job titles must be added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52C320-5A88-9B87-6D9D-4A6BE11B5537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629400" y="3520440"/>
            <a:ext cx="1182179" cy="17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4789B95-7195-0657-7E38-0AF57DF0C0EB}"/>
              </a:ext>
            </a:extLst>
          </p:cNvPr>
          <p:cNvSpPr/>
          <p:nvPr/>
        </p:nvSpPr>
        <p:spPr>
          <a:xfrm>
            <a:off x="7811579" y="3715636"/>
            <a:ext cx="4109912" cy="217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 drop down of names must be added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747296-A582-D99E-9895-16C53A061B73}"/>
              </a:ext>
            </a:extLst>
          </p:cNvPr>
          <p:cNvCxnSpPr/>
          <p:nvPr/>
        </p:nvCxnSpPr>
        <p:spPr>
          <a:xfrm flipH="1" flipV="1">
            <a:off x="6652798" y="3772423"/>
            <a:ext cx="1182179" cy="17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4DDB27-C76C-35C9-E2C2-E41763B2AF56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7063740" y="4180791"/>
            <a:ext cx="747839" cy="304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986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A7C2-73B2-3B4C-08BB-977BC237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B048-AA21-CCF3-8B18-4F6753ED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99565-38F1-C02C-91B0-6AF07FF4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F6F55E-41EA-3D15-10AF-070EAD029987}"/>
              </a:ext>
            </a:extLst>
          </p:cNvPr>
          <p:cNvSpPr/>
          <p:nvPr/>
        </p:nvSpPr>
        <p:spPr>
          <a:xfrm>
            <a:off x="8423910" y="3749040"/>
            <a:ext cx="1977390" cy="8458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Pull job title for selection- this is incorrect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C87AE0-1670-253D-0E10-9B47E2FBF67A}"/>
              </a:ext>
            </a:extLst>
          </p:cNvPr>
          <p:cNvCxnSpPr/>
          <p:nvPr/>
        </p:nvCxnSpPr>
        <p:spPr>
          <a:xfrm flipH="1">
            <a:off x="6709410" y="4469130"/>
            <a:ext cx="23088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28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C3F5-38F3-A7D4-58E0-620E6BA9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FF04-C85C-808C-0B84-8B66B927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18E50-2AAF-B990-7B6E-E6A59684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DE53D7-6750-68FE-0AA6-021C2020E218}"/>
              </a:ext>
            </a:extLst>
          </p:cNvPr>
          <p:cNvSpPr/>
          <p:nvPr/>
        </p:nvSpPr>
        <p:spPr>
          <a:xfrm>
            <a:off x="1600199" y="2091690"/>
            <a:ext cx="2800351" cy="4000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Label color code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Font </a:t>
            </a:r>
            <a:r>
              <a:rPr lang="en-US" sz="1400" dirty="0" err="1">
                <a:solidFill>
                  <a:srgbClr val="FF0000"/>
                </a:solidFill>
              </a:rPr>
              <a:t>colour</a:t>
            </a:r>
            <a:r>
              <a:rPr lang="en-US" sz="1400" dirty="0">
                <a:solidFill>
                  <a:srgbClr val="FF0000"/>
                </a:solidFill>
              </a:rPr>
              <a:t> incorrect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6C95BD-E653-FF5D-CC27-443A185B5002}"/>
              </a:ext>
            </a:extLst>
          </p:cNvPr>
          <p:cNvCxnSpPr/>
          <p:nvPr/>
        </p:nvCxnSpPr>
        <p:spPr>
          <a:xfrm>
            <a:off x="3669030" y="2217420"/>
            <a:ext cx="2080260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8B0796-EEFF-58CF-D5AB-2395549C4A35}"/>
              </a:ext>
            </a:extLst>
          </p:cNvPr>
          <p:cNvCxnSpPr/>
          <p:nvPr/>
        </p:nvCxnSpPr>
        <p:spPr>
          <a:xfrm>
            <a:off x="2183130" y="2491740"/>
            <a:ext cx="148590" cy="742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C782F9-A98E-E47E-9F73-AA6CF43A88CE}"/>
              </a:ext>
            </a:extLst>
          </p:cNvPr>
          <p:cNvCxnSpPr/>
          <p:nvPr/>
        </p:nvCxnSpPr>
        <p:spPr>
          <a:xfrm>
            <a:off x="3669030" y="2217420"/>
            <a:ext cx="4674870" cy="514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130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6260-6FDE-322E-2AAF-334DC143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C4EF-499D-2D74-03A0-2EB44942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E35CA-91AE-BB74-16AC-7046309D0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A9CBFA-7A15-7189-A432-83E649E70077}"/>
              </a:ext>
            </a:extLst>
          </p:cNvPr>
          <p:cNvSpPr/>
          <p:nvPr/>
        </p:nvSpPr>
        <p:spPr>
          <a:xfrm>
            <a:off x="1680209" y="4377690"/>
            <a:ext cx="2800351" cy="8343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Adjust screen size.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Currently pulling incorrect data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Must only pull data that is captured 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746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D9CD-63E3-E41F-98B4-7ECA5A45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Form and register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4701-5CD0-30C5-4350-2ACC39023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7755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A119-5996-614C-017B-8E640CE1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72C3A-8CA4-8DC9-3EEE-AECDB17EA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FE306-5378-F245-FE26-D0919E1A2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66" y="660569"/>
            <a:ext cx="11609267" cy="56924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D9DE94-9180-4C11-2742-72F918F583C5}"/>
              </a:ext>
            </a:extLst>
          </p:cNvPr>
          <p:cNvSpPr/>
          <p:nvPr/>
        </p:nvSpPr>
        <p:spPr>
          <a:xfrm>
            <a:off x="9171297" y="1825626"/>
            <a:ext cx="2528924" cy="10677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must connect automatically with Job title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F9E73E-8A26-2D9E-CC69-654382AB9F88}"/>
              </a:ext>
            </a:extLst>
          </p:cNvPr>
          <p:cNvCxnSpPr/>
          <p:nvPr/>
        </p:nvCxnSpPr>
        <p:spPr>
          <a:xfrm flipH="1">
            <a:off x="4763069" y="2852382"/>
            <a:ext cx="5445456" cy="1460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045AAF0-387A-60F4-F05E-7526E0D401F0}"/>
              </a:ext>
            </a:extLst>
          </p:cNvPr>
          <p:cNvSpPr/>
          <p:nvPr/>
        </p:nvSpPr>
        <p:spPr>
          <a:xfrm>
            <a:off x="8475258" y="5089131"/>
            <a:ext cx="2552131" cy="8562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Insert two fields-Min salary and max salary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85AEE1-B054-D8C4-16AA-09E12793D4B9}"/>
              </a:ext>
            </a:extLst>
          </p:cNvPr>
          <p:cNvCxnSpPr>
            <a:cxnSpLocks/>
          </p:cNvCxnSpPr>
          <p:nvPr/>
        </p:nvCxnSpPr>
        <p:spPr>
          <a:xfrm flipH="1">
            <a:off x="7159156" y="5527343"/>
            <a:ext cx="1302456" cy="250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22318-5D8C-E40D-DA76-008D518C4566}"/>
              </a:ext>
            </a:extLst>
          </p:cNvPr>
          <p:cNvSpPr/>
          <p:nvPr/>
        </p:nvSpPr>
        <p:spPr>
          <a:xfrm>
            <a:off x="4763993" y="5527343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CA6CE6-4E1A-162C-AF09-3822D989C3BD}"/>
              </a:ext>
            </a:extLst>
          </p:cNvPr>
          <p:cNvSpPr/>
          <p:nvPr/>
        </p:nvSpPr>
        <p:spPr>
          <a:xfrm>
            <a:off x="6329824" y="5538473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E43C0A-59EE-BD43-DCDB-B55FE6BF179E}"/>
              </a:ext>
            </a:extLst>
          </p:cNvPr>
          <p:cNvSpPr/>
          <p:nvPr/>
        </p:nvSpPr>
        <p:spPr>
          <a:xfrm>
            <a:off x="4763993" y="5778160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0556C8-ABEC-E5AA-DCA7-B5FF3C572AC7}"/>
              </a:ext>
            </a:extLst>
          </p:cNvPr>
          <p:cNvSpPr/>
          <p:nvPr/>
        </p:nvSpPr>
        <p:spPr>
          <a:xfrm>
            <a:off x="6329824" y="5816031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</p:spTree>
    <p:extLst>
      <p:ext uri="{BB962C8B-B14F-4D97-AF65-F5344CB8AC3E}">
        <p14:creationId xmlns:p14="http://schemas.microsoft.com/office/powerpoint/2010/main" val="1037461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16E9-844E-BD6F-5FED-48694A62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416E-F205-FC09-C348-E8A4C77A7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75F93-E882-797F-9D63-4E85DDD6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820F1-5435-9693-661D-6F4BE4C1178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138160" y="2468880"/>
            <a:ext cx="1988820" cy="129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6DA8D13-05EB-425D-32B9-0F23935332A3}"/>
              </a:ext>
            </a:extLst>
          </p:cNvPr>
          <p:cNvSpPr/>
          <p:nvPr/>
        </p:nvSpPr>
        <p:spPr>
          <a:xfrm>
            <a:off x="10126980" y="2269856"/>
            <a:ext cx="1990074" cy="656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Job title not pulling through </a:t>
            </a:r>
            <a:r>
              <a:rPr lang="en-US" sz="1400" b="1" dirty="0">
                <a:solidFill>
                  <a:srgbClr val="FF0000"/>
                </a:solidFill>
              </a:rPr>
              <a:t>from this list</a:t>
            </a:r>
            <a:endParaRPr lang="en-ZA" sz="1400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F91E3C-EA94-8CDD-3FC3-B84372F106A6}"/>
              </a:ext>
            </a:extLst>
          </p:cNvPr>
          <p:cNvSpPr/>
          <p:nvPr/>
        </p:nvSpPr>
        <p:spPr>
          <a:xfrm>
            <a:off x="2034540" y="2823208"/>
            <a:ext cx="2274570" cy="2057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Colour</a:t>
            </a:r>
            <a:r>
              <a:rPr lang="en-US" dirty="0">
                <a:solidFill>
                  <a:srgbClr val="FF0000"/>
                </a:solidFill>
              </a:rPr>
              <a:t> incorrect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0A09D3-1A58-8096-4B0B-7D6520BE96B6}"/>
              </a:ext>
            </a:extLst>
          </p:cNvPr>
          <p:cNvCxnSpPr>
            <a:stCxn id="10" idx="3"/>
          </p:cNvCxnSpPr>
          <p:nvPr/>
        </p:nvCxnSpPr>
        <p:spPr>
          <a:xfrm flipV="1">
            <a:off x="4309110" y="2251710"/>
            <a:ext cx="708660" cy="674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6B63D1-7731-C802-89E3-B4FDC537DB01}"/>
              </a:ext>
            </a:extLst>
          </p:cNvPr>
          <p:cNvCxnSpPr>
            <a:cxnSpLocks/>
          </p:cNvCxnSpPr>
          <p:nvPr/>
        </p:nvCxnSpPr>
        <p:spPr>
          <a:xfrm flipH="1" flipV="1">
            <a:off x="8128553" y="2770759"/>
            <a:ext cx="1998427" cy="33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A9D106-B506-A8CB-5523-27F32B964D12}"/>
              </a:ext>
            </a:extLst>
          </p:cNvPr>
          <p:cNvCxnSpPr>
            <a:cxnSpLocks/>
          </p:cNvCxnSpPr>
          <p:nvPr/>
        </p:nvCxnSpPr>
        <p:spPr>
          <a:xfrm>
            <a:off x="9072522" y="3890508"/>
            <a:ext cx="55244" cy="421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94B6F40-2A46-0D63-4A71-30A962921A27}"/>
              </a:ext>
            </a:extLst>
          </p:cNvPr>
          <p:cNvSpPr/>
          <p:nvPr/>
        </p:nvSpPr>
        <p:spPr>
          <a:xfrm>
            <a:off x="7882892" y="3633690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FBA99A-FAD8-D53D-E3E7-B9A418E979F6}"/>
              </a:ext>
            </a:extLst>
          </p:cNvPr>
          <p:cNvSpPr/>
          <p:nvPr/>
        </p:nvSpPr>
        <p:spPr>
          <a:xfrm>
            <a:off x="9072522" y="3635690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1703E5-4771-1BFA-6F13-F4865C4CD3AC}"/>
              </a:ext>
            </a:extLst>
          </p:cNvPr>
          <p:cNvSpPr/>
          <p:nvPr/>
        </p:nvSpPr>
        <p:spPr>
          <a:xfrm>
            <a:off x="7882892" y="3364804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06243C-B743-3C2A-A848-0FB3123D97CC}"/>
              </a:ext>
            </a:extLst>
          </p:cNvPr>
          <p:cNvSpPr/>
          <p:nvPr/>
        </p:nvSpPr>
        <p:spPr>
          <a:xfrm>
            <a:off x="9072522" y="3380872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85E645-EEDF-8A54-9AA1-97C182C22D8B}"/>
              </a:ext>
            </a:extLst>
          </p:cNvPr>
          <p:cNvSpPr/>
          <p:nvPr/>
        </p:nvSpPr>
        <p:spPr>
          <a:xfrm>
            <a:off x="8040748" y="4311835"/>
            <a:ext cx="2552131" cy="8562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Insert two columns -Min salary and max salary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442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A80E-1C27-7164-2EED-31729523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6FD36-F427-91EE-FA15-265FC4E5C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2C0DD-900C-3F72-10DC-0671E249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94" y="21992"/>
            <a:ext cx="5681805" cy="6584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5C4CFB-AE27-56D1-A531-70DE1BEC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970" y="181741"/>
            <a:ext cx="5745707" cy="64251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457FEB-3F5D-D301-CEF2-B3389C268E65}"/>
              </a:ext>
            </a:extLst>
          </p:cNvPr>
          <p:cNvSpPr/>
          <p:nvPr/>
        </p:nvSpPr>
        <p:spPr>
          <a:xfrm>
            <a:off x="7451677" y="3340358"/>
            <a:ext cx="2388358" cy="19106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data from the register is not in the form directory, so we can't change details- flow was supposed to be from form to register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CEA7E9C4-876B-AEF7-D313-B7AFB264CACD}"/>
              </a:ext>
            </a:extLst>
          </p:cNvPr>
          <p:cNvSpPr/>
          <p:nvPr/>
        </p:nvSpPr>
        <p:spPr>
          <a:xfrm>
            <a:off x="5669894" y="4053385"/>
            <a:ext cx="1216152" cy="327546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4402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FFEC-4248-3049-8C3B-1BB68624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8B9F-E402-CCB5-F0DC-C44448C6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9865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99B4-380F-CBB4-4622-56A3EF02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C583-DEF6-92A2-0590-E86533E1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974C-537E-D446-D3A8-3B7F35EE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90" y="365125"/>
            <a:ext cx="11126537" cy="61277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4948AA-D1E0-486B-A85A-A94E7FA7C653}"/>
              </a:ext>
            </a:extLst>
          </p:cNvPr>
          <p:cNvSpPr/>
          <p:nvPr/>
        </p:nvSpPr>
        <p:spPr>
          <a:xfrm>
            <a:off x="8598089" y="1444982"/>
            <a:ext cx="2879678" cy="4036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drop down from source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B46BCC-DD50-BE6C-EAD4-4D300E4490E0}"/>
              </a:ext>
            </a:extLst>
          </p:cNvPr>
          <p:cNvCxnSpPr/>
          <p:nvPr/>
        </p:nvCxnSpPr>
        <p:spPr>
          <a:xfrm flipH="1">
            <a:off x="7369791" y="1825625"/>
            <a:ext cx="1173708" cy="398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26840A-2436-00DF-2C14-B7C2EDD4B38F}"/>
              </a:ext>
            </a:extLst>
          </p:cNvPr>
          <p:cNvCxnSpPr/>
          <p:nvPr/>
        </p:nvCxnSpPr>
        <p:spPr>
          <a:xfrm>
            <a:off x="5827594" y="271590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E05131-17D1-DA6D-CAEE-0DB2F04A4564}"/>
              </a:ext>
            </a:extLst>
          </p:cNvPr>
          <p:cNvCxnSpPr>
            <a:cxnSpLocks/>
          </p:cNvCxnSpPr>
          <p:nvPr/>
        </p:nvCxnSpPr>
        <p:spPr>
          <a:xfrm flipH="1">
            <a:off x="6096000" y="2661313"/>
            <a:ext cx="809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C5FA0E1-39C2-1690-7789-B0710B52C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920" y="2202526"/>
            <a:ext cx="1959450" cy="1673895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2521CB0-DBD1-E101-1D19-F6DAFA8ADE12}"/>
              </a:ext>
            </a:extLst>
          </p:cNvPr>
          <p:cNvSpPr/>
          <p:nvPr/>
        </p:nvSpPr>
        <p:spPr>
          <a:xfrm>
            <a:off x="7956644" y="826075"/>
            <a:ext cx="3138985" cy="4036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Add Search function per Job Title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08D0A01-505A-A661-E55F-507FA29044B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>
            <a:off x="696589" y="2025108"/>
            <a:ext cx="224049" cy="1403893"/>
          </a:xfrm>
          <a:prstGeom prst="bentConnector4">
            <a:avLst>
              <a:gd name="adj1" fmla="val -102031"/>
              <a:gd name="adj2" fmla="val 10669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D7D53FA-485E-0205-69B1-E559627B614F}"/>
              </a:ext>
            </a:extLst>
          </p:cNvPr>
          <p:cNvSpPr/>
          <p:nvPr/>
        </p:nvSpPr>
        <p:spPr>
          <a:xfrm>
            <a:off x="1692322" y="2491741"/>
            <a:ext cx="1959450" cy="1313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Move Job title to the top and data swop – occupational level with Job title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F5AE8F-CBD1-88C0-FD4C-9D5F4CB5C918}"/>
              </a:ext>
            </a:extLst>
          </p:cNvPr>
          <p:cNvCxnSpPr>
            <a:endCxn id="5" idx="1"/>
          </p:cNvCxnSpPr>
          <p:nvPr/>
        </p:nvCxnSpPr>
        <p:spPr>
          <a:xfrm flipH="1">
            <a:off x="696590" y="3429000"/>
            <a:ext cx="9826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4C5B5A-81FA-0347-D3FB-D74C2AD953C1}"/>
              </a:ext>
            </a:extLst>
          </p:cNvPr>
          <p:cNvCxnSpPr>
            <a:cxnSpLocks/>
          </p:cNvCxnSpPr>
          <p:nvPr/>
        </p:nvCxnSpPr>
        <p:spPr>
          <a:xfrm flipH="1">
            <a:off x="7863840" y="1132764"/>
            <a:ext cx="92804" cy="557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A7E8629-2304-B4AE-EE71-22BEFC6EDDBE}"/>
              </a:ext>
            </a:extLst>
          </p:cNvPr>
          <p:cNvSpPr/>
          <p:nvPr/>
        </p:nvSpPr>
        <p:spPr>
          <a:xfrm>
            <a:off x="8994953" y="2640431"/>
            <a:ext cx="1959450" cy="5430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Add 6 Factors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7FD367-687C-EA4C-92CF-6BAFE708839E}"/>
              </a:ext>
            </a:extLst>
          </p:cNvPr>
          <p:cNvSpPr/>
          <p:nvPr/>
        </p:nvSpPr>
        <p:spPr>
          <a:xfrm>
            <a:off x="838197" y="5847717"/>
            <a:ext cx="1959450" cy="324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CEO approval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3374D5-C2BD-6989-E17C-0979CF7086A0}"/>
              </a:ext>
            </a:extLst>
          </p:cNvPr>
          <p:cNvCxnSpPr/>
          <p:nvPr/>
        </p:nvCxnSpPr>
        <p:spPr>
          <a:xfrm>
            <a:off x="2914650" y="6069330"/>
            <a:ext cx="737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0B4A0-9484-DB55-E764-2DD36A926AF2}"/>
              </a:ext>
            </a:extLst>
          </p:cNvPr>
          <p:cNvSpPr/>
          <p:nvPr/>
        </p:nvSpPr>
        <p:spPr>
          <a:xfrm>
            <a:off x="3651772" y="5906929"/>
            <a:ext cx="1057388" cy="324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 /No</a:t>
            </a:r>
            <a:endParaRPr lang="en-ZA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F8F0BE-2797-3EA5-D825-E33D4DB09AB5}"/>
              </a:ext>
            </a:extLst>
          </p:cNvPr>
          <p:cNvSpPr/>
          <p:nvPr/>
        </p:nvSpPr>
        <p:spPr>
          <a:xfrm>
            <a:off x="5017470" y="5879545"/>
            <a:ext cx="1959450" cy="324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Plan/Notes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AB314B-217E-FB50-8DFB-0EE1419DE743}"/>
              </a:ext>
            </a:extLst>
          </p:cNvPr>
          <p:cNvSpPr/>
          <p:nvPr/>
        </p:nvSpPr>
        <p:spPr>
          <a:xfrm>
            <a:off x="7243989" y="5879545"/>
            <a:ext cx="1057388" cy="324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759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1D92-44C6-D9F2-0BCA-AA43DCEA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B4F42-D06F-4FD4-2FDD-7EECF1271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3C1F0-48E6-CF89-11AF-678998BE6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81F035-977C-DBD5-4555-7EDEA3C9D7D1}"/>
              </a:ext>
            </a:extLst>
          </p:cNvPr>
          <p:cNvSpPr/>
          <p:nvPr/>
        </p:nvSpPr>
        <p:spPr>
          <a:xfrm>
            <a:off x="8678172" y="3544093"/>
            <a:ext cx="2881224" cy="13255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filter is pulling two data sets- Job Title and Occ Level  and the top Job title is pulling nothing.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923D80-3319-62DD-B4EE-1F0F3D0E6189}"/>
              </a:ext>
            </a:extLst>
          </p:cNvPr>
          <p:cNvCxnSpPr/>
          <p:nvPr/>
        </p:nvCxnSpPr>
        <p:spPr>
          <a:xfrm flipH="1" flipV="1">
            <a:off x="8264106" y="3657600"/>
            <a:ext cx="379562" cy="362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998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8485-886D-0267-4A6B-F94966EF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employee take 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91CB-1726-9923-EF43-E76F9791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825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0F93-F153-DD57-CEA7-75005785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B660-FB73-BE23-EFEF-1E82CA4BC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49791-6EE8-5497-80D8-DE33D5A8A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ADAFFD-ED1B-6CF8-50A7-B289F2C95C94}"/>
              </a:ext>
            </a:extLst>
          </p:cNvPr>
          <p:cNvSpPr/>
          <p:nvPr/>
        </p:nvSpPr>
        <p:spPr>
          <a:xfrm>
            <a:off x="7539486" y="5589917"/>
            <a:ext cx="3105509" cy="5870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Other attachments doesn’t work to upload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F31B17-A60D-F3E9-2CA3-55EF7E4F6C85}"/>
              </a:ext>
            </a:extLst>
          </p:cNvPr>
          <p:cNvCxnSpPr/>
          <p:nvPr/>
        </p:nvCxnSpPr>
        <p:spPr>
          <a:xfrm flipV="1">
            <a:off x="8074325" y="4917057"/>
            <a:ext cx="690113" cy="672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FE907D4-2016-8C9D-CC11-6FE2BA16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676" y="3357169"/>
            <a:ext cx="3439005" cy="281979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B95EFC-593A-A71F-94F0-F7159B9EB706}"/>
              </a:ext>
            </a:extLst>
          </p:cNvPr>
          <p:cNvSpPr/>
          <p:nvPr/>
        </p:nvSpPr>
        <p:spPr>
          <a:xfrm>
            <a:off x="428444" y="5296394"/>
            <a:ext cx="3105509" cy="10155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When save is clicked this is what appears. make it function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7C46EC-419E-3C3E-6A55-742C5A572EF2}"/>
              </a:ext>
            </a:extLst>
          </p:cNvPr>
          <p:cNvCxnSpPr/>
          <p:nvPr/>
        </p:nvCxnSpPr>
        <p:spPr>
          <a:xfrm flipV="1">
            <a:off x="838200" y="2484408"/>
            <a:ext cx="680049" cy="2812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CDF8CF-A2DA-1242-2A44-2F7AF0A0A40A}"/>
              </a:ext>
            </a:extLst>
          </p:cNvPr>
          <p:cNvCxnSpPr/>
          <p:nvPr/>
        </p:nvCxnSpPr>
        <p:spPr>
          <a:xfrm flipV="1">
            <a:off x="3122762" y="5141343"/>
            <a:ext cx="724619" cy="103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808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BF0C-8203-2D43-63CB-50C9F071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exit form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61324-967F-0786-D124-AB8B6A084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675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7E53-A52D-522C-AEF6-63BEEBE0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B344-2313-DAEF-AC7E-0B517062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1DC37-7C7D-D669-E895-237E44BF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71" y="118371"/>
            <a:ext cx="11857457" cy="54157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1293E6-0ECC-FD55-D52C-6E7BFD679058}"/>
              </a:ext>
            </a:extLst>
          </p:cNvPr>
          <p:cNvSpPr/>
          <p:nvPr/>
        </p:nvSpPr>
        <p:spPr>
          <a:xfrm>
            <a:off x="1950720" y="1202634"/>
            <a:ext cx="9403080" cy="548640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BA275-ECFE-CF91-2998-3C82C3974F50}"/>
              </a:ext>
            </a:extLst>
          </p:cNvPr>
          <p:cNvSpPr/>
          <p:nvPr/>
        </p:nvSpPr>
        <p:spPr>
          <a:xfrm>
            <a:off x="8275320" y="2027668"/>
            <a:ext cx="3413944" cy="561115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Delete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F68BD6-168D-79F4-4E4C-A703959ABE53}"/>
              </a:ext>
            </a:extLst>
          </p:cNvPr>
          <p:cNvCxnSpPr>
            <a:cxnSpLocks/>
          </p:cNvCxnSpPr>
          <p:nvPr/>
        </p:nvCxnSpPr>
        <p:spPr>
          <a:xfrm flipH="1" flipV="1">
            <a:off x="9498330" y="1761864"/>
            <a:ext cx="365760" cy="326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E9DA4A7-AD31-6EEC-5AC2-E10D454D2FCB}"/>
              </a:ext>
            </a:extLst>
          </p:cNvPr>
          <p:cNvSpPr/>
          <p:nvPr/>
        </p:nvSpPr>
        <p:spPr>
          <a:xfrm>
            <a:off x="8107588" y="2723720"/>
            <a:ext cx="3413944" cy="453820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Company number not coming up- only name and surname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0BE193-14E9-FCB2-025E-60072B542E7E}"/>
              </a:ext>
            </a:extLst>
          </p:cNvPr>
          <p:cNvCxnSpPr>
            <a:stCxn id="17" idx="1"/>
          </p:cNvCxnSpPr>
          <p:nvPr/>
        </p:nvCxnSpPr>
        <p:spPr>
          <a:xfrm flipH="1">
            <a:off x="6858000" y="2950630"/>
            <a:ext cx="1249588" cy="306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F028F76-077F-CAA8-1574-440C6E655330}"/>
              </a:ext>
            </a:extLst>
          </p:cNvPr>
          <p:cNvSpPr/>
          <p:nvPr/>
        </p:nvSpPr>
        <p:spPr>
          <a:xfrm>
            <a:off x="7327346" y="3544094"/>
            <a:ext cx="205024" cy="83846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789E4-4ED0-61B1-6C12-BB2A80A7BC40}"/>
              </a:ext>
            </a:extLst>
          </p:cNvPr>
          <p:cNvSpPr/>
          <p:nvPr/>
        </p:nvSpPr>
        <p:spPr>
          <a:xfrm>
            <a:off x="7736113" y="3736414"/>
            <a:ext cx="3413944" cy="453820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All this should be auto populate, now not selecting 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632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2944-66AF-AF5B-3935-A7987359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2DCFB-86D0-4639-4085-9BD8588E0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7E11F-3F5E-6450-5226-62F8543E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7" y="365125"/>
            <a:ext cx="11697419" cy="612774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B279F3-B529-304D-D8B5-4DF080375267}"/>
              </a:ext>
            </a:extLst>
          </p:cNvPr>
          <p:cNvCxnSpPr>
            <a:cxnSpLocks/>
          </p:cNvCxnSpPr>
          <p:nvPr/>
        </p:nvCxnSpPr>
        <p:spPr>
          <a:xfrm flipV="1">
            <a:off x="6866626" y="3429000"/>
            <a:ext cx="793631" cy="487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35907FF-AAEC-70FE-A7F1-B0055D751BDE}"/>
              </a:ext>
            </a:extLst>
          </p:cNvPr>
          <p:cNvSpPr/>
          <p:nvPr/>
        </p:nvSpPr>
        <p:spPr>
          <a:xfrm>
            <a:off x="7660257" y="2780655"/>
            <a:ext cx="4261449" cy="638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Employee code- not appearing from employee details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87467-EE70-CC4A-1CCF-7E05E54A1CD4}"/>
              </a:ext>
            </a:extLst>
          </p:cNvPr>
          <p:cNvSpPr/>
          <p:nvPr/>
        </p:nvSpPr>
        <p:spPr>
          <a:xfrm>
            <a:off x="7504981" y="3554169"/>
            <a:ext cx="4687019" cy="6987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drop down doesn’t select BUT The </a:t>
            </a:r>
            <a:r>
              <a:rPr lang="en-US" dirty="0" err="1">
                <a:solidFill>
                  <a:srgbClr val="FF0000"/>
                </a:solidFill>
              </a:rPr>
              <a:t>deta</a:t>
            </a:r>
            <a:r>
              <a:rPr lang="en-US" dirty="0">
                <a:solidFill>
                  <a:srgbClr val="FF0000"/>
                </a:solidFill>
              </a:rPr>
              <a:t> pulled from employee details when I added it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9425E7-0291-DB9A-2C59-599A694F40C5}"/>
              </a:ext>
            </a:extLst>
          </p:cNvPr>
          <p:cNvCxnSpPr>
            <a:cxnSpLocks/>
          </p:cNvCxnSpPr>
          <p:nvPr/>
        </p:nvCxnSpPr>
        <p:spPr>
          <a:xfrm flipV="1">
            <a:off x="6866624" y="4037162"/>
            <a:ext cx="638357" cy="244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B98F6-9124-B87A-2E22-F688A25784C4}"/>
              </a:ext>
            </a:extLst>
          </p:cNvPr>
          <p:cNvCxnSpPr>
            <a:cxnSpLocks/>
          </p:cNvCxnSpPr>
          <p:nvPr/>
        </p:nvCxnSpPr>
        <p:spPr>
          <a:xfrm>
            <a:off x="6866624" y="4617957"/>
            <a:ext cx="6383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1B6A042-77A6-3494-B9FD-F4D2621B9D7E}"/>
              </a:ext>
            </a:extLst>
          </p:cNvPr>
          <p:cNvSpPr/>
          <p:nvPr/>
        </p:nvSpPr>
        <p:spPr>
          <a:xfrm>
            <a:off x="7591966" y="4406126"/>
            <a:ext cx="4215441" cy="472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drop down doesn’t select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B9A17C-CBE8-F05C-E96A-F4F03275F82F}"/>
              </a:ext>
            </a:extLst>
          </p:cNvPr>
          <p:cNvSpPr/>
          <p:nvPr/>
        </p:nvSpPr>
        <p:spPr>
          <a:xfrm>
            <a:off x="7273506" y="745134"/>
            <a:ext cx="4215441" cy="638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All these filter was supposed to be in the register, pleas delete.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33BF20-C4DD-480A-37A3-F17E61F3BD12}"/>
              </a:ext>
            </a:extLst>
          </p:cNvPr>
          <p:cNvCxnSpPr>
            <a:cxnSpLocks/>
          </p:cNvCxnSpPr>
          <p:nvPr/>
        </p:nvCxnSpPr>
        <p:spPr>
          <a:xfrm flipH="1">
            <a:off x="6383547" y="1052113"/>
            <a:ext cx="889959" cy="331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57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6EE3-FA34-58EE-61FE-77BDE2A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D2921F4-3F07-4424-A1A3-5CA76ACEC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6845" y="365124"/>
            <a:ext cx="5850464" cy="5693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8FF7C6-5CCA-1C45-1615-D937050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1" y="213360"/>
            <a:ext cx="6487064" cy="569321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4E9D28-31B1-DFEA-E013-65F223056564}"/>
              </a:ext>
            </a:extLst>
          </p:cNvPr>
          <p:cNvCxnSpPr>
            <a:cxnSpLocks/>
          </p:cNvCxnSpPr>
          <p:nvPr/>
        </p:nvCxnSpPr>
        <p:spPr>
          <a:xfrm>
            <a:off x="5515156" y="2863970"/>
            <a:ext cx="5060829" cy="22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F73107-4FD7-089F-BAA1-E2C2AC2BD1FD}"/>
              </a:ext>
            </a:extLst>
          </p:cNvPr>
          <p:cNvSpPr/>
          <p:nvPr/>
        </p:nvSpPr>
        <p:spPr>
          <a:xfrm>
            <a:off x="3535968" y="3834633"/>
            <a:ext cx="2846717" cy="13255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Once employee is Exit employment, it must appear on the employee register and show in employee details under HR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084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E269-D60E-51D1-B8F4-A558BC09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 form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05EC9-3DF8-38CB-0C8D-60B11519F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6528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A554-6434-59CE-2C4D-903A1CFE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48A05-37AC-0D2D-E9D4-2F07C17D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94784"/>
            <a:ext cx="6544588" cy="66684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E3E191-6EE1-34A2-61AB-B76A9C6C1250}"/>
              </a:ext>
            </a:extLst>
          </p:cNvPr>
          <p:cNvSpPr/>
          <p:nvPr/>
        </p:nvSpPr>
        <p:spPr>
          <a:xfrm>
            <a:off x="9368294" y="3847381"/>
            <a:ext cx="2467148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Approver not functioning-list of approver from HR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4EFDF8-1B38-E7B6-D387-BC3C914074AC}"/>
              </a:ext>
            </a:extLst>
          </p:cNvPr>
          <p:cNvCxnSpPr>
            <a:endCxn id="6" idx="1"/>
          </p:cNvCxnSpPr>
          <p:nvPr/>
        </p:nvCxnSpPr>
        <p:spPr>
          <a:xfrm flipV="1">
            <a:off x="8505645" y="4304581"/>
            <a:ext cx="862649" cy="819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C03D24F-4E97-5DED-9551-A8B56467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662" y="4412384"/>
            <a:ext cx="1380582" cy="3493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Add/ weekend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8BA4F9-1651-E762-C4EC-153E37B42D60}"/>
              </a:ext>
            </a:extLst>
          </p:cNvPr>
          <p:cNvCxnSpPr>
            <a:stCxn id="4" idx="3"/>
          </p:cNvCxnSpPr>
          <p:nvPr/>
        </p:nvCxnSpPr>
        <p:spPr>
          <a:xfrm>
            <a:off x="2521244" y="4587083"/>
            <a:ext cx="633436" cy="19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3">
            <a:extLst>
              <a:ext uri="{FF2B5EF4-FFF2-40B4-BE49-F238E27FC236}">
                <a16:creationId xmlns:a16="http://schemas.microsoft.com/office/drawing/2014/main" id="{C89E03F2-D61E-6BD3-46C8-C9830DCE387C}"/>
              </a:ext>
            </a:extLst>
          </p:cNvPr>
          <p:cNvSpPr txBox="1">
            <a:spLocks/>
          </p:cNvSpPr>
          <p:nvPr/>
        </p:nvSpPr>
        <p:spPr>
          <a:xfrm>
            <a:off x="9368294" y="5406592"/>
            <a:ext cx="2287968" cy="3493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0000"/>
                </a:solidFill>
              </a:rPr>
              <a:t>These two must be deleted but appear on register</a:t>
            </a:r>
            <a:endParaRPr lang="en-ZA" sz="12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DD6CD0-E91F-8D15-A0E3-5A20A02DA4BF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8618220" y="5452110"/>
            <a:ext cx="750074" cy="129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4123BF-4332-536D-626B-F6E269250B99}"/>
              </a:ext>
            </a:extLst>
          </p:cNvPr>
          <p:cNvCxnSpPr/>
          <p:nvPr/>
        </p:nvCxnSpPr>
        <p:spPr>
          <a:xfrm flipH="1">
            <a:off x="8766810" y="5589270"/>
            <a:ext cx="601484" cy="166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21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1198-B909-55D7-CA3A-D2949143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4E9C-98BB-1A1C-E04F-1830A212E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504C4-3AE3-6952-E872-C78B60AE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67"/>
            <a:ext cx="12192000" cy="65374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CAC794-014C-09D9-FE5D-27C602DF5F8C}"/>
              </a:ext>
            </a:extLst>
          </p:cNvPr>
          <p:cNvSpPr/>
          <p:nvPr/>
        </p:nvSpPr>
        <p:spPr>
          <a:xfrm>
            <a:off x="5955030" y="3429000"/>
            <a:ext cx="3977640" cy="9601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Can a link be placed that shows a calendar year of leave taken per employee selected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065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DD83-7473-DC66-FA72-A773A136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Expense -Claim approval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D9B1D-516D-8C34-B966-63CF7087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2281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5D4F-497E-FE95-3D47-0066A13D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F1229-8EB7-90B2-5141-B08E9535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1" y="350695"/>
            <a:ext cx="4197246" cy="505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4E249-F772-3D12-D795-09B8EFB1C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198" y="350695"/>
            <a:ext cx="4072132" cy="50521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93CC28FA-3D62-76E7-43AC-D2DB6B41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893" y="172701"/>
            <a:ext cx="2054902" cy="7267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You can have </a:t>
            </a:r>
            <a:r>
              <a:rPr lang="en-US" sz="1400" b="1" dirty="0">
                <a:solidFill>
                  <a:srgbClr val="FF0000"/>
                </a:solidFill>
              </a:rPr>
              <a:t>multiple </a:t>
            </a:r>
            <a:r>
              <a:rPr lang="en-US" sz="1400" dirty="0">
                <a:solidFill>
                  <a:srgbClr val="FF0000"/>
                </a:solidFill>
              </a:rPr>
              <a:t>of this in </a:t>
            </a:r>
            <a:r>
              <a:rPr lang="en-US" sz="1400" b="1" dirty="0">
                <a:solidFill>
                  <a:srgbClr val="FF0000"/>
                </a:solidFill>
              </a:rPr>
              <a:t>one claim</a:t>
            </a:r>
            <a:endParaRPr lang="en-ZA" sz="1400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125205-0BD0-EACB-DD26-A868957F72C0}"/>
              </a:ext>
            </a:extLst>
          </p:cNvPr>
          <p:cNvCxnSpPr>
            <a:cxnSpLocks/>
          </p:cNvCxnSpPr>
          <p:nvPr/>
        </p:nvCxnSpPr>
        <p:spPr>
          <a:xfrm flipH="1">
            <a:off x="3342807" y="494675"/>
            <a:ext cx="929390" cy="1678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9858DD-7D65-49DE-06CF-69F8A0F1B4FD}"/>
              </a:ext>
            </a:extLst>
          </p:cNvPr>
          <p:cNvCxnSpPr>
            <a:cxnSpLocks/>
          </p:cNvCxnSpPr>
          <p:nvPr/>
        </p:nvCxnSpPr>
        <p:spPr>
          <a:xfrm>
            <a:off x="4781862" y="681037"/>
            <a:ext cx="0" cy="2152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18E683E-2E3A-AA62-4A8A-30E066422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694" y="350695"/>
            <a:ext cx="3807306" cy="5052101"/>
          </a:xfrm>
          <a:prstGeom prst="rect">
            <a:avLst/>
          </a:prstGeom>
        </p:spPr>
      </p:pic>
      <p:sp>
        <p:nvSpPr>
          <p:cNvPr id="23" name="Title 10">
            <a:extLst>
              <a:ext uri="{FF2B5EF4-FFF2-40B4-BE49-F238E27FC236}">
                <a16:creationId xmlns:a16="http://schemas.microsoft.com/office/drawing/2014/main" id="{D1725188-8DD0-DD18-3825-5A2CA0D47826}"/>
              </a:ext>
            </a:extLst>
          </p:cNvPr>
          <p:cNvSpPr txBox="1">
            <a:spLocks/>
          </p:cNvSpPr>
          <p:nvPr/>
        </p:nvSpPr>
        <p:spPr>
          <a:xfrm>
            <a:off x="5993043" y="409243"/>
            <a:ext cx="2248327" cy="5435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rgbClr val="FF0000"/>
                </a:solidFill>
              </a:rPr>
              <a:t>This sheet is represented in </a:t>
            </a:r>
            <a:r>
              <a:rPr lang="en-US" sz="1400" b="1" dirty="0">
                <a:solidFill>
                  <a:srgbClr val="FF0000"/>
                </a:solidFill>
              </a:rPr>
              <a:t>one line here</a:t>
            </a:r>
            <a:endParaRPr lang="en-ZA" sz="1400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F8F137-8ECD-9332-0D57-46FC315FFA6E}"/>
              </a:ext>
            </a:extLst>
          </p:cNvPr>
          <p:cNvCxnSpPr/>
          <p:nvPr/>
        </p:nvCxnSpPr>
        <p:spPr>
          <a:xfrm>
            <a:off x="7734925" y="681037"/>
            <a:ext cx="1004341" cy="2002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396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4B22-D46B-A3CD-F7ED-8E138DCF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4C51B-806C-3B13-AD25-88648B1BE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0795" y="365125"/>
            <a:ext cx="6051205" cy="6337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83ECF-CBB3-9317-C1DB-111CC8CB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2" y="352108"/>
            <a:ext cx="5886314" cy="632472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28" name="Title 10">
            <a:extLst>
              <a:ext uri="{FF2B5EF4-FFF2-40B4-BE49-F238E27FC236}">
                <a16:creationId xmlns:a16="http://schemas.microsoft.com/office/drawing/2014/main" id="{1A060EA2-5151-0BB5-6B87-6754251192F4}"/>
              </a:ext>
            </a:extLst>
          </p:cNvPr>
          <p:cNvSpPr txBox="1">
            <a:spLocks/>
          </p:cNvSpPr>
          <p:nvPr/>
        </p:nvSpPr>
        <p:spPr>
          <a:xfrm>
            <a:off x="954749" y="5037893"/>
            <a:ext cx="874052" cy="3275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rgbClr val="FF0000"/>
                </a:solidFill>
              </a:rPr>
              <a:t>Approver </a:t>
            </a:r>
            <a:endParaRPr lang="en-ZA" sz="14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A2A732-7C87-D7BC-DE85-23E5245F2A31}"/>
              </a:ext>
            </a:extLst>
          </p:cNvPr>
          <p:cNvSpPr/>
          <p:nvPr/>
        </p:nvSpPr>
        <p:spPr>
          <a:xfrm>
            <a:off x="9166397" y="4338586"/>
            <a:ext cx="1588957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Approve or /Correct or </a:t>
            </a:r>
            <a:r>
              <a:rPr lang="en-US" dirty="0" err="1">
                <a:solidFill>
                  <a:srgbClr val="FF0000"/>
                </a:solidFill>
              </a:rPr>
              <a:t>delcline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28C527-54FA-7DE5-11C6-134F0BC2A523}"/>
              </a:ext>
            </a:extLst>
          </p:cNvPr>
          <p:cNvCxnSpPr>
            <a:cxnSpLocks/>
          </p:cNvCxnSpPr>
          <p:nvPr/>
        </p:nvCxnSpPr>
        <p:spPr>
          <a:xfrm flipV="1">
            <a:off x="10755354" y="3013023"/>
            <a:ext cx="1271754" cy="1615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9A0402-04A1-B5DD-719E-2E608B3E0FB1}"/>
              </a:ext>
            </a:extLst>
          </p:cNvPr>
          <p:cNvCxnSpPr/>
          <p:nvPr/>
        </p:nvCxnSpPr>
        <p:spPr>
          <a:xfrm flipV="1">
            <a:off x="674557" y="5381469"/>
            <a:ext cx="344774" cy="26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FD46B2-FAF4-22A1-D56D-E84231752F7F}"/>
              </a:ext>
            </a:extLst>
          </p:cNvPr>
          <p:cNvCxnSpPr/>
          <p:nvPr/>
        </p:nvCxnSpPr>
        <p:spPr>
          <a:xfrm flipV="1">
            <a:off x="1828801" y="3013023"/>
            <a:ext cx="9953468" cy="202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555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ACC6-C169-60DB-1F95-4637B5BA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12C7-C2EA-0AC9-944A-AB420F45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827DDC-9C46-5638-49CE-072BCAD3E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33" y="260131"/>
            <a:ext cx="6051205" cy="63377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2165AE-DA3E-B871-0BB9-6DAFCF9479DA}"/>
              </a:ext>
            </a:extLst>
          </p:cNvPr>
          <p:cNvSpPr/>
          <p:nvPr/>
        </p:nvSpPr>
        <p:spPr>
          <a:xfrm>
            <a:off x="7756160" y="3237875"/>
            <a:ext cx="3162925" cy="7634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Once approved – by approver – instruct finance to pay (add column field)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19A350-D96C-4EA4-D036-68AC4A1E278B}"/>
              </a:ext>
            </a:extLst>
          </p:cNvPr>
          <p:cNvCxnSpPr>
            <a:cxnSpLocks/>
          </p:cNvCxnSpPr>
          <p:nvPr/>
        </p:nvCxnSpPr>
        <p:spPr>
          <a:xfrm flipH="1" flipV="1">
            <a:off x="6685613" y="2998033"/>
            <a:ext cx="1070547" cy="569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789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8100-1E12-51F7-882E-9BA57EDB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 History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8BE6-4ABD-C2FC-4491-4EFA0A7F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DBC53-3143-7797-18A6-57826798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671127"/>
            <a:ext cx="10993384" cy="55157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BB8AA6-EBB4-DBE8-F5C5-69F1A371836A}"/>
              </a:ext>
            </a:extLst>
          </p:cNvPr>
          <p:cNvSpPr/>
          <p:nvPr/>
        </p:nvSpPr>
        <p:spPr>
          <a:xfrm>
            <a:off x="7760970" y="4810318"/>
            <a:ext cx="3211830" cy="8361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Code must appear as I select , not all selection will apply-this waits for me to select all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E442CA-4B8C-6387-3F5C-ADBF7E40C8A7}"/>
              </a:ext>
            </a:extLst>
          </p:cNvPr>
          <p:cNvCxnSpPr/>
          <p:nvPr/>
        </p:nvCxnSpPr>
        <p:spPr>
          <a:xfrm flipH="1">
            <a:off x="6240780" y="5143500"/>
            <a:ext cx="1474470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466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465A-6B7F-ED4C-544A-5E4D48D1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4BFA-F214-F0E2-BE00-998E7DBD0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43C17-F77A-882A-10CB-17DA8A0D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188"/>
            <a:ext cx="12192000" cy="57579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87B002-7941-22BC-FB3D-8E8BADB65A07}"/>
              </a:ext>
            </a:extLst>
          </p:cNvPr>
          <p:cNvSpPr/>
          <p:nvPr/>
        </p:nvSpPr>
        <p:spPr>
          <a:xfrm>
            <a:off x="8208754" y="5129090"/>
            <a:ext cx="3847382" cy="4226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Columns not adding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767E2D-FE4A-4DC5-4FD7-CFE7B98E0DB7}"/>
              </a:ext>
            </a:extLst>
          </p:cNvPr>
          <p:cNvCxnSpPr/>
          <p:nvPr/>
        </p:nvCxnSpPr>
        <p:spPr>
          <a:xfrm>
            <a:off x="6228272" y="2794958"/>
            <a:ext cx="0" cy="189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C6BA1F-AE57-6FCE-3295-EE5F1E98FFE7}"/>
              </a:ext>
            </a:extLst>
          </p:cNvPr>
          <p:cNvCxnSpPr>
            <a:cxnSpLocks/>
          </p:cNvCxnSpPr>
          <p:nvPr/>
        </p:nvCxnSpPr>
        <p:spPr>
          <a:xfrm>
            <a:off x="7453223" y="2898475"/>
            <a:ext cx="0" cy="179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6586F0-501C-7C9A-3B5C-9D123F21EB2D}"/>
              </a:ext>
            </a:extLst>
          </p:cNvPr>
          <p:cNvCxnSpPr/>
          <p:nvPr/>
        </p:nvCxnSpPr>
        <p:spPr>
          <a:xfrm>
            <a:off x="8712679" y="2794958"/>
            <a:ext cx="0" cy="189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84A92-089E-0446-66E2-89C0372774E3}"/>
              </a:ext>
            </a:extLst>
          </p:cNvPr>
          <p:cNvCxnSpPr/>
          <p:nvPr/>
        </p:nvCxnSpPr>
        <p:spPr>
          <a:xfrm>
            <a:off x="9506309" y="2898475"/>
            <a:ext cx="0" cy="179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532D36-FFC6-1A32-C043-12D50E0CC778}"/>
              </a:ext>
            </a:extLst>
          </p:cNvPr>
          <p:cNvCxnSpPr>
            <a:cxnSpLocks/>
          </p:cNvCxnSpPr>
          <p:nvPr/>
        </p:nvCxnSpPr>
        <p:spPr>
          <a:xfrm flipH="1" flipV="1">
            <a:off x="9506309" y="4951562"/>
            <a:ext cx="1052423" cy="177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656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4537-6350-824B-55BA-73667C1A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0DFF-0DF4-57CF-665E-0EF7F972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EF632-2667-4E96-BA66-8367B046C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74" y="558787"/>
            <a:ext cx="8897592" cy="47345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6C22E5-AA1D-1563-0EC9-D6441368E75E}"/>
              </a:ext>
            </a:extLst>
          </p:cNvPr>
          <p:cNvSpPr/>
          <p:nvPr/>
        </p:nvSpPr>
        <p:spPr>
          <a:xfrm>
            <a:off x="4674870" y="3806190"/>
            <a:ext cx="2640330" cy="4800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Claim history not functional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079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51CA-A716-331C-A749-5097EEC3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9946-07D5-8917-9430-4BB8991EB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8292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957-9A30-C9B8-2AF5-B5381FC5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F513-1C95-21FB-F79E-AF13146FF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5B850-1A5E-62E0-7454-F1E6F312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C6E604-9502-B0C9-8845-0A91AC9ACF61}"/>
              </a:ext>
            </a:extLst>
          </p:cNvPr>
          <p:cNvSpPr/>
          <p:nvPr/>
        </p:nvSpPr>
        <p:spPr>
          <a:xfrm>
            <a:off x="-15815" y="1233488"/>
            <a:ext cx="1708030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Take up test – not here in permissions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A370D-CEB0-62AF-4F00-99CAD320C432}"/>
              </a:ext>
            </a:extLst>
          </p:cNvPr>
          <p:cNvCxnSpPr/>
          <p:nvPr/>
        </p:nvCxnSpPr>
        <p:spPr>
          <a:xfrm>
            <a:off x="1673525" y="2139351"/>
            <a:ext cx="793630" cy="379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7058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2D8D-4E32-FBCE-EDF1-BD4CA5EC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A570-A886-AB24-7C82-0C0F9D187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15A6D-6B0F-C5C3-67CD-DDCC43DB4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340100-F797-987B-903D-40E7EE573940}"/>
              </a:ext>
            </a:extLst>
          </p:cNvPr>
          <p:cNvSpPr/>
          <p:nvPr/>
        </p:nvSpPr>
        <p:spPr>
          <a:xfrm>
            <a:off x="552090" y="5831457"/>
            <a:ext cx="1932318" cy="3455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Duplicate label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B3D5F9-84F7-C6B2-36A8-C49C7625A68A}"/>
              </a:ext>
            </a:extLst>
          </p:cNvPr>
          <p:cNvCxnSpPr/>
          <p:nvPr/>
        </p:nvCxnSpPr>
        <p:spPr>
          <a:xfrm flipV="1">
            <a:off x="1742536" y="5279366"/>
            <a:ext cx="741872" cy="552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E9AD14-BBA8-4CA4-CC50-3DC59D1C93A0}"/>
              </a:ext>
            </a:extLst>
          </p:cNvPr>
          <p:cNvSpPr/>
          <p:nvPr/>
        </p:nvSpPr>
        <p:spPr>
          <a:xfrm>
            <a:off x="9482585" y="3036362"/>
            <a:ext cx="1932318" cy="13255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Login Details and permissions not protected don’t appear on list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5D0C226-2883-43E1-28FF-2A767293EBA6}"/>
              </a:ext>
            </a:extLst>
          </p:cNvPr>
          <p:cNvSpPr/>
          <p:nvPr/>
        </p:nvSpPr>
        <p:spPr>
          <a:xfrm>
            <a:off x="8869392" y="1825625"/>
            <a:ext cx="429883" cy="374703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14273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D11B-8A50-1D99-8695-7C9AA9D1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24875-A55A-9222-D383-3C0E9C2D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00845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0593-BE16-5BDD-47EA-BB75CC06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4B67B-6EF9-2BD9-6474-A16B97C0D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C00E7-1216-5716-CBCE-2FC9CB9C5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25"/>
            <a:ext cx="12192000" cy="64211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203F0F-29DF-2FD8-9066-CE1ACEDE6317}"/>
              </a:ext>
            </a:extLst>
          </p:cNvPr>
          <p:cNvSpPr/>
          <p:nvPr/>
        </p:nvSpPr>
        <p:spPr>
          <a:xfrm>
            <a:off x="9109494" y="2346385"/>
            <a:ext cx="2898476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Search </a:t>
            </a:r>
            <a:r>
              <a:rPr lang="en-US">
                <a:solidFill>
                  <a:srgbClr val="FF0000"/>
                </a:solidFill>
              </a:rPr>
              <a:t>function needed for </a:t>
            </a:r>
            <a:r>
              <a:rPr lang="en-US" dirty="0">
                <a:solidFill>
                  <a:srgbClr val="FF0000"/>
                </a:solidFill>
              </a:rPr>
              <a:t>name or alphabetical order- can't find names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000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D1F0-3D10-4333-2D4A-2C1D1785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4D12A0-09A7-B7DB-362F-472A0219D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0906" y="-1"/>
            <a:ext cx="6671094" cy="4882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16D931-D235-FDE5-17BB-04C2B1999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643444" cy="48825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566FF0-80E0-38A2-7C75-BE82A7A5EA95}"/>
              </a:ext>
            </a:extLst>
          </p:cNvPr>
          <p:cNvSpPr/>
          <p:nvPr/>
        </p:nvSpPr>
        <p:spPr>
          <a:xfrm>
            <a:off x="580127" y="5247676"/>
            <a:ext cx="11031746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When a user doesn’t have access, this is what it say- which is okay  BUT when you click okay  the runtime error op up appears and when you click okay it closes the entire app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9AEC53-AD3B-2A2E-3B52-D03F20450DCD}"/>
              </a:ext>
            </a:extLst>
          </p:cNvPr>
          <p:cNvCxnSpPr>
            <a:cxnSpLocks/>
          </p:cNvCxnSpPr>
          <p:nvPr/>
        </p:nvCxnSpPr>
        <p:spPr>
          <a:xfrm>
            <a:off x="2998399" y="3278038"/>
            <a:ext cx="3097601" cy="2242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59FF97-3EEA-9C2E-1A7A-E684B83DBD25}"/>
              </a:ext>
            </a:extLst>
          </p:cNvPr>
          <p:cNvCxnSpPr/>
          <p:nvPr/>
        </p:nvCxnSpPr>
        <p:spPr>
          <a:xfrm flipH="1" flipV="1">
            <a:off x="9351034" y="3278038"/>
            <a:ext cx="1121434" cy="222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919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4AFE-2019-F064-3D8C-772AD2C9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2AE77-193A-3AA8-1A61-F3EB0B70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– user must access to their profile and task including training:</a:t>
            </a:r>
          </a:p>
          <a:p>
            <a:r>
              <a:rPr lang="en-US" dirty="0"/>
              <a:t>Training courses allocated to them</a:t>
            </a:r>
          </a:p>
          <a:p>
            <a:r>
              <a:rPr lang="en-US" dirty="0"/>
              <a:t>Take a test</a:t>
            </a:r>
          </a:p>
          <a:p>
            <a:r>
              <a:rPr lang="en-US" dirty="0"/>
              <a:t>See results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54290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6DCB-F496-CC20-D9FE-F73DAA5D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9202-8044-A85D-F2D6-37C2A93E4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74396-D0E0-14CE-46B7-F1BFC233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17347A-68A6-C880-2C5B-3EE84E6C705D}"/>
              </a:ext>
            </a:extLst>
          </p:cNvPr>
          <p:cNvSpPr/>
          <p:nvPr/>
        </p:nvSpPr>
        <p:spPr>
          <a:xfrm>
            <a:off x="4413849" y="1733462"/>
            <a:ext cx="3364302" cy="37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Filter “type of training” missing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9C44B6-0ED4-F739-61B9-782F7FBEBA89}"/>
              </a:ext>
            </a:extLst>
          </p:cNvPr>
          <p:cNvCxnSpPr>
            <a:endCxn id="6" idx="1"/>
          </p:cNvCxnSpPr>
          <p:nvPr/>
        </p:nvCxnSpPr>
        <p:spPr>
          <a:xfrm flipV="1">
            <a:off x="2449902" y="1923266"/>
            <a:ext cx="1963947" cy="109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748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384E-B6B8-1904-3CE1-EAF6611B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 –</a:t>
            </a:r>
            <a:r>
              <a:rPr lang="en-US" dirty="0" err="1"/>
              <a:t>Kpi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2C6B-BCCC-4E97-4403-9E83452A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883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1484-8123-3295-601B-0B0F2BB3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0D85-7608-5CA6-C82B-8FFBD855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A22D8-BCEE-D77E-F57F-6C1261A97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13DF64-B65F-5F83-81F7-AD34F2A6D302}"/>
              </a:ext>
            </a:extLst>
          </p:cNvPr>
          <p:cNvSpPr/>
          <p:nvPr/>
        </p:nvSpPr>
        <p:spPr>
          <a:xfrm>
            <a:off x="2800894" y="5183458"/>
            <a:ext cx="1722474" cy="372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remove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68E4BA-1904-1CEB-C1BD-5E1EF3DBCBBB}"/>
              </a:ext>
            </a:extLst>
          </p:cNvPr>
          <p:cNvCxnSpPr/>
          <p:nvPr/>
        </p:nvCxnSpPr>
        <p:spPr>
          <a:xfrm flipH="1" flipV="1">
            <a:off x="3132944" y="4182256"/>
            <a:ext cx="284813" cy="1049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92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913</Words>
  <Application>Microsoft Office PowerPoint</Application>
  <PresentationFormat>Widescreen</PresentationFormat>
  <Paragraphs>126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Work Content</vt:lpstr>
      <vt:lpstr>Layout and Presentation</vt:lpstr>
      <vt:lpstr>PowerPoint Presentation</vt:lpstr>
      <vt:lpstr>PowerPoint Presentation</vt:lpstr>
      <vt:lpstr>Employee List </vt:lpstr>
      <vt:lpstr>PowerPoint Presentation</vt:lpstr>
      <vt:lpstr>EE target register</vt:lpstr>
      <vt:lpstr>PowerPoint Presentation</vt:lpstr>
      <vt:lpstr>Recruitment</vt:lpstr>
      <vt:lpstr>PowerPoint Presentation</vt:lpstr>
      <vt:lpstr>Recruitment Interview Form </vt:lpstr>
      <vt:lpstr>PowerPoint Presentation</vt:lpstr>
      <vt:lpstr>PowerPoint Presentation</vt:lpstr>
      <vt:lpstr>PowerPoint Presentation</vt:lpstr>
      <vt:lpstr>PowerPoint Presentation</vt:lpstr>
      <vt:lpstr>Request for Recruitment</vt:lpstr>
      <vt:lpstr>PowerPoint Presentation</vt:lpstr>
      <vt:lpstr>PowerPoint Presentation</vt:lpstr>
      <vt:lpstr>Critical Skills form</vt:lpstr>
      <vt:lpstr>PowerPoint Presentation</vt:lpstr>
      <vt:lpstr>PowerPoint Presentation</vt:lpstr>
      <vt:lpstr>Succession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Grading Form and register</vt:lpstr>
      <vt:lpstr>PowerPoint Presentation</vt:lpstr>
      <vt:lpstr>PowerPoint Presentation</vt:lpstr>
      <vt:lpstr>PowerPoint Presentation</vt:lpstr>
      <vt:lpstr>Evaluation </vt:lpstr>
      <vt:lpstr>PowerPoint Presentation</vt:lpstr>
      <vt:lpstr>PowerPoint Presentation</vt:lpstr>
      <vt:lpstr>New employee take on</vt:lpstr>
      <vt:lpstr>PowerPoint Presentation</vt:lpstr>
      <vt:lpstr>Employee exit form</vt:lpstr>
      <vt:lpstr>PowerPoint Presentation</vt:lpstr>
      <vt:lpstr>PowerPoint Presentation</vt:lpstr>
      <vt:lpstr>PowerPoint Presentation</vt:lpstr>
      <vt:lpstr>Leave form</vt:lpstr>
      <vt:lpstr>Add/ weekend</vt:lpstr>
      <vt:lpstr>PowerPoint Presentation</vt:lpstr>
      <vt:lpstr>Expense -Claim approval</vt:lpstr>
      <vt:lpstr>You can have multiple of this in one claim</vt:lpstr>
      <vt:lpstr>PowerPoint Presentation</vt:lpstr>
      <vt:lpstr>PowerPoint Presentation</vt:lpstr>
      <vt:lpstr>Claim History </vt:lpstr>
      <vt:lpstr>PowerPoint Presentation</vt:lpstr>
      <vt:lpstr>PowerPoint Presentation</vt:lpstr>
      <vt:lpstr>Login</vt:lpstr>
      <vt:lpstr>PowerPoint Presentation</vt:lpstr>
      <vt:lpstr>PowerPoint Presentation</vt:lpstr>
      <vt:lpstr>Training </vt:lpstr>
      <vt:lpstr>PowerPoint Presentation</vt:lpstr>
      <vt:lpstr>PowerPoint Presentation</vt:lpstr>
      <vt:lpstr>PowerPoint Presentation</vt:lpstr>
      <vt:lpstr>PowerPoint Presentation</vt:lpstr>
      <vt:lpstr>JD –Kpi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Lawrence Nundkissor</dc:creator>
  <cp:lastModifiedBy>Lawrence Nundkissor</cp:lastModifiedBy>
  <cp:revision>1</cp:revision>
  <dcterms:created xsi:type="dcterms:W3CDTF">2026-04-07T08:57:52Z</dcterms:created>
  <dcterms:modified xsi:type="dcterms:W3CDTF">2026-04-25T09:54:03Z</dcterms:modified>
</cp:coreProperties>
</file>